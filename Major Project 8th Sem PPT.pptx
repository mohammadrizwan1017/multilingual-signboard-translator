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9" r:id="rId3"/>
    <p:sldId id="269" r:id="rId4"/>
    <p:sldId id="271" r:id="rId5"/>
    <p:sldId id="270" r:id="rId6"/>
    <p:sldId id="291" r:id="rId7"/>
    <p:sldId id="262" r:id="rId8"/>
    <p:sldId id="260" r:id="rId9"/>
    <p:sldId id="266" r:id="rId10"/>
    <p:sldId id="272" r:id="rId11"/>
    <p:sldId id="273" r:id="rId12"/>
    <p:sldId id="274" r:id="rId13"/>
    <p:sldId id="276" r:id="rId14"/>
    <p:sldId id="277" r:id="rId15"/>
    <p:sldId id="278" r:id="rId16"/>
    <p:sldId id="279" r:id="rId17"/>
    <p:sldId id="292" r:id="rId18"/>
    <p:sldId id="280" r:id="rId19"/>
    <p:sldId id="282" r:id="rId20"/>
    <p:sldId id="281" r:id="rId21"/>
    <p:sldId id="285" r:id="rId22"/>
    <p:sldId id="286" r:id="rId23"/>
    <p:sldId id="267" r:id="rId24"/>
    <p:sldId id="28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hoomika Raparthi" initials="BR" lastIdx="1" clrIdx="0">
    <p:extLst>
      <p:ext uri="{19B8F6BF-5375-455C-9EA6-DF929625EA0E}">
        <p15:presenceInfo xmlns:p15="http://schemas.microsoft.com/office/powerpoint/2012/main" userId="3cbae63ffa462a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EAF3"/>
    <a:srgbClr val="DEA1FF"/>
    <a:srgbClr val="45D949"/>
    <a:srgbClr val="2B10F4"/>
    <a:srgbClr val="301AD0"/>
    <a:srgbClr val="8D1785"/>
    <a:srgbClr val="DC28CF"/>
    <a:srgbClr val="5414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660"/>
  </p:normalViewPr>
  <p:slideViewPr>
    <p:cSldViewPr snapToGrid="0">
      <p:cViewPr varScale="1">
        <p:scale>
          <a:sx n="81" d="100"/>
          <a:sy n="81" d="100"/>
        </p:scale>
        <p:origin x="82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oomika Raparthi" userId="3cbae63ffa462a75" providerId="LiveId" clId="{ACE78966-9C15-474F-AD95-9F911334F51C}"/>
    <pc:docChg chg="undo redo custSel addSld delSld modSld sldOrd">
      <pc:chgData name="Bhoomika Raparthi" userId="3cbae63ffa462a75" providerId="LiveId" clId="{ACE78966-9C15-474F-AD95-9F911334F51C}" dt="2025-04-15T20:17:50.019" v="1528"/>
      <pc:docMkLst>
        <pc:docMk/>
      </pc:docMkLst>
      <pc:sldChg chg="modSp mod">
        <pc:chgData name="Bhoomika Raparthi" userId="3cbae63ffa462a75" providerId="LiveId" clId="{ACE78966-9C15-474F-AD95-9F911334F51C}" dt="2025-04-09T15:59:31.799" v="221" actId="20577"/>
        <pc:sldMkLst>
          <pc:docMk/>
          <pc:sldMk cId="753744381" sldId="256"/>
        </pc:sldMkLst>
      </pc:sldChg>
      <pc:sldChg chg="modSp mod">
        <pc:chgData name="Bhoomika Raparthi" userId="3cbae63ffa462a75" providerId="LiveId" clId="{ACE78966-9C15-474F-AD95-9F911334F51C}" dt="2025-04-09T16:13:22.706" v="628" actId="20577"/>
        <pc:sldMkLst>
          <pc:docMk/>
          <pc:sldMk cId="2065436942" sldId="260"/>
        </pc:sldMkLst>
        <pc:spChg chg="mod">
          <ac:chgData name="Bhoomika Raparthi" userId="3cbae63ffa462a75" providerId="LiveId" clId="{ACE78966-9C15-474F-AD95-9F911334F51C}" dt="2025-04-09T16:13:22.706" v="628" actId="20577"/>
          <ac:spMkLst>
            <pc:docMk/>
            <pc:sldMk cId="2065436942" sldId="260"/>
            <ac:spMk id="3" creationId="{CC4AE44B-7D69-084B-13D0-F675F4040C84}"/>
          </ac:spMkLst>
        </pc:spChg>
      </pc:sldChg>
      <pc:sldChg chg="modSp mod">
        <pc:chgData name="Bhoomika Raparthi" userId="3cbae63ffa462a75" providerId="LiveId" clId="{ACE78966-9C15-474F-AD95-9F911334F51C}" dt="2025-04-14T08:50:24.018" v="794"/>
        <pc:sldMkLst>
          <pc:docMk/>
          <pc:sldMk cId="1735366403" sldId="262"/>
        </pc:sldMkLst>
        <pc:spChg chg="mod">
          <ac:chgData name="Bhoomika Raparthi" userId="3cbae63ffa462a75" providerId="LiveId" clId="{ACE78966-9C15-474F-AD95-9F911334F51C}" dt="2025-04-14T08:50:24.018" v="794"/>
          <ac:spMkLst>
            <pc:docMk/>
            <pc:sldMk cId="1735366403" sldId="262"/>
            <ac:spMk id="3" creationId="{643BE6EC-33F6-35E2-C3E0-DC28738430B2}"/>
          </ac:spMkLst>
        </pc:spChg>
      </pc:sldChg>
      <pc:sldChg chg="addSp delSp modSp mod">
        <pc:chgData name="Bhoomika Raparthi" userId="3cbae63ffa462a75" providerId="LiveId" clId="{ACE78966-9C15-474F-AD95-9F911334F51C}" dt="2025-04-15T17:43:23.925" v="932" actId="14100"/>
        <pc:sldMkLst>
          <pc:docMk/>
          <pc:sldMk cId="3408292087" sldId="266"/>
        </pc:sldMkLst>
        <pc:spChg chg="add mod">
          <ac:chgData name="Bhoomika Raparthi" userId="3cbae63ffa462a75" providerId="LiveId" clId="{ACE78966-9C15-474F-AD95-9F911334F51C}" dt="2025-04-15T17:40:01.891" v="880" actId="1076"/>
          <ac:spMkLst>
            <pc:docMk/>
            <pc:sldMk cId="3408292087" sldId="266"/>
            <ac:spMk id="3" creationId="{12D7D965-CDF0-121B-CBFB-814A601B8C9A}"/>
          </ac:spMkLst>
        </pc:spChg>
        <pc:spChg chg="add mod">
          <ac:chgData name="Bhoomika Raparthi" userId="3cbae63ffa462a75" providerId="LiveId" clId="{ACE78966-9C15-474F-AD95-9F911334F51C}" dt="2025-04-15T17:40:22.209" v="885" actId="1076"/>
          <ac:spMkLst>
            <pc:docMk/>
            <pc:sldMk cId="3408292087" sldId="266"/>
            <ac:spMk id="72" creationId="{ED93D0EB-CB58-0648-05EB-BC447746AC70}"/>
          </ac:spMkLst>
        </pc:spChg>
        <pc:spChg chg="mod">
          <ac:chgData name="Bhoomika Raparthi" userId="3cbae63ffa462a75" providerId="LiveId" clId="{ACE78966-9C15-474F-AD95-9F911334F51C}" dt="2025-04-15T17:42:05.841" v="909" actId="1076"/>
          <ac:spMkLst>
            <pc:docMk/>
            <pc:sldMk cId="3408292087" sldId="266"/>
            <ac:spMk id="73" creationId="{CF820F09-A8D5-C275-1B7F-6FE5B2B3E151}"/>
          </ac:spMkLst>
        </pc:spChg>
        <pc:spChg chg="mod">
          <ac:chgData name="Bhoomika Raparthi" userId="3cbae63ffa462a75" providerId="LiveId" clId="{ACE78966-9C15-474F-AD95-9F911334F51C}" dt="2025-04-15T17:43:10.124" v="928" actId="14100"/>
          <ac:spMkLst>
            <pc:docMk/>
            <pc:sldMk cId="3408292087" sldId="266"/>
            <ac:spMk id="74" creationId="{1A874402-D42A-5E07-CA8D-B5C68F5156A3}"/>
          </ac:spMkLst>
        </pc:spChg>
        <pc:spChg chg="mod">
          <ac:chgData name="Bhoomika Raparthi" userId="3cbae63ffa462a75" providerId="LiveId" clId="{ACE78966-9C15-474F-AD95-9F911334F51C}" dt="2025-04-15T17:39:09.234" v="872" actId="1076"/>
          <ac:spMkLst>
            <pc:docMk/>
            <pc:sldMk cId="3408292087" sldId="266"/>
            <ac:spMk id="81" creationId="{FA94998B-1FCF-BFD3-979F-962B34D42B17}"/>
          </ac:spMkLst>
        </pc:spChg>
        <pc:spChg chg="add mod">
          <ac:chgData name="Bhoomika Raparthi" userId="3cbae63ffa462a75" providerId="LiveId" clId="{ACE78966-9C15-474F-AD95-9F911334F51C}" dt="2025-04-05T17:53:47.468" v="170"/>
          <ac:spMkLst>
            <pc:docMk/>
            <pc:sldMk cId="3408292087" sldId="266"/>
            <ac:spMk id="87" creationId="{9304487C-565D-C5BC-0FFC-3B6459BEDF4D}"/>
          </ac:spMkLst>
        </pc:spChg>
        <pc:spChg chg="add mod">
          <ac:chgData name="Bhoomika Raparthi" userId="3cbae63ffa462a75" providerId="LiveId" clId="{ACE78966-9C15-474F-AD95-9F911334F51C}" dt="2025-04-05T17:53:47.468" v="170"/>
          <ac:spMkLst>
            <pc:docMk/>
            <pc:sldMk cId="3408292087" sldId="266"/>
            <ac:spMk id="92" creationId="{D0F958BA-FF60-CC45-0FBE-2A2A6E7CF4BF}"/>
          </ac:spMkLst>
        </pc:spChg>
        <pc:spChg chg="add mod">
          <ac:chgData name="Bhoomika Raparthi" userId="3cbae63ffa462a75" providerId="LiveId" clId="{ACE78966-9C15-474F-AD95-9F911334F51C}" dt="2025-04-05T17:53:47.468" v="170"/>
          <ac:spMkLst>
            <pc:docMk/>
            <pc:sldMk cId="3408292087" sldId="266"/>
            <ac:spMk id="99" creationId="{66530E4B-5FF4-3807-A5B1-870E21835D68}"/>
          </ac:spMkLst>
        </pc:spChg>
        <pc:spChg chg="add mod">
          <ac:chgData name="Bhoomika Raparthi" userId="3cbae63ffa462a75" providerId="LiveId" clId="{ACE78966-9C15-474F-AD95-9F911334F51C}" dt="2025-04-05T17:53:47.468" v="170"/>
          <ac:spMkLst>
            <pc:docMk/>
            <pc:sldMk cId="3408292087" sldId="266"/>
            <ac:spMk id="100" creationId="{26C26D0A-B24A-7B1E-DC85-A88BB2AC83D9}"/>
          </ac:spMkLst>
        </pc:spChg>
        <pc:spChg chg="mod">
          <ac:chgData name="Bhoomika Raparthi" userId="3cbae63ffa462a75" providerId="LiveId" clId="{ACE78966-9C15-474F-AD95-9F911334F51C}" dt="2025-04-15T17:40:09.570" v="882" actId="14100"/>
          <ac:spMkLst>
            <pc:docMk/>
            <pc:sldMk cId="3408292087" sldId="266"/>
            <ac:spMk id="101" creationId="{25DAB46E-1481-A1F0-94E6-012215F5CE2B}"/>
          </ac:spMkLst>
        </pc:spChg>
        <pc:spChg chg="add mod">
          <ac:chgData name="Bhoomika Raparthi" userId="3cbae63ffa462a75" providerId="LiveId" clId="{ACE78966-9C15-474F-AD95-9F911334F51C}" dt="2025-04-05T17:53:47.468" v="170"/>
          <ac:spMkLst>
            <pc:docMk/>
            <pc:sldMk cId="3408292087" sldId="266"/>
            <ac:spMk id="104" creationId="{47370175-A79A-B035-19E6-8EC545ACB6BF}"/>
          </ac:spMkLst>
        </pc:spChg>
        <pc:spChg chg="add mod">
          <ac:chgData name="Bhoomika Raparthi" userId="3cbae63ffa462a75" providerId="LiveId" clId="{ACE78966-9C15-474F-AD95-9F911334F51C}" dt="2025-04-05T17:53:47.468" v="170"/>
          <ac:spMkLst>
            <pc:docMk/>
            <pc:sldMk cId="3408292087" sldId="266"/>
            <ac:spMk id="108" creationId="{FE49FE02-46E2-348F-2299-1259BAD14102}"/>
          </ac:spMkLst>
        </pc:spChg>
        <pc:spChg chg="add mod">
          <ac:chgData name="Bhoomika Raparthi" userId="3cbae63ffa462a75" providerId="LiveId" clId="{ACE78966-9C15-474F-AD95-9F911334F51C}" dt="2025-04-15T17:40:49.779" v="889" actId="1076"/>
          <ac:spMkLst>
            <pc:docMk/>
            <pc:sldMk cId="3408292087" sldId="266"/>
            <ac:spMk id="111" creationId="{1489B7F2-A98D-48A4-1DF9-6EEB4B6BD2B6}"/>
          </ac:spMkLst>
        </pc:spChg>
        <pc:spChg chg="mod">
          <ac:chgData name="Bhoomika Raparthi" userId="3cbae63ffa462a75" providerId="LiveId" clId="{ACE78966-9C15-474F-AD95-9F911334F51C}" dt="2025-04-15T17:42:37.919" v="920" actId="1076"/>
          <ac:spMkLst>
            <pc:docMk/>
            <pc:sldMk cId="3408292087" sldId="266"/>
            <ac:spMk id="112" creationId="{1F5DF47C-8447-3969-648D-BD504F66DDE6}"/>
          </ac:spMkLst>
        </pc:spChg>
        <pc:spChg chg="add mod">
          <ac:chgData name="Bhoomika Raparthi" userId="3cbae63ffa462a75" providerId="LiveId" clId="{ACE78966-9C15-474F-AD95-9F911334F51C}" dt="2025-04-15T17:39:38.461" v="875" actId="1076"/>
          <ac:spMkLst>
            <pc:docMk/>
            <pc:sldMk cId="3408292087" sldId="266"/>
            <ac:spMk id="113" creationId="{7DEB8807-01E8-C557-854C-F07EAB5BE398}"/>
          </ac:spMkLst>
        </pc:spChg>
        <pc:spChg chg="add mod">
          <ac:chgData name="Bhoomika Raparthi" userId="3cbae63ffa462a75" providerId="LiveId" clId="{ACE78966-9C15-474F-AD95-9F911334F51C}" dt="2025-04-05T17:53:47.468" v="170"/>
          <ac:spMkLst>
            <pc:docMk/>
            <pc:sldMk cId="3408292087" sldId="266"/>
            <ac:spMk id="123" creationId="{F84E4EC6-BD7F-EE6F-112A-3CAAC2E77785}"/>
          </ac:spMkLst>
        </pc:spChg>
        <pc:cxnChg chg="add mod">
          <ac:chgData name="Bhoomika Raparthi" userId="3cbae63ffa462a75" providerId="LiveId" clId="{ACE78966-9C15-474F-AD95-9F911334F51C}" dt="2025-04-15T17:40:37.500" v="888" actId="14100"/>
          <ac:cxnSpMkLst>
            <pc:docMk/>
            <pc:sldMk cId="3408292087" sldId="266"/>
            <ac:cxnSpMk id="10" creationId="{40E9B2BF-183E-F965-3FB6-0D406FB282BA}"/>
          </ac:cxnSpMkLst>
        </pc:cxnChg>
        <pc:cxnChg chg="mod">
          <ac:chgData name="Bhoomika Raparthi" userId="3cbae63ffa462a75" providerId="LiveId" clId="{ACE78966-9C15-474F-AD95-9F911334F51C}" dt="2025-04-15T17:40:49.779" v="889" actId="1076"/>
          <ac:cxnSpMkLst>
            <pc:docMk/>
            <pc:sldMk cId="3408292087" sldId="266"/>
            <ac:cxnSpMk id="94" creationId="{ACF8F2D7-162E-E3D2-A91B-54C21701F10F}"/>
          </ac:cxnSpMkLst>
        </pc:cxnChg>
        <pc:cxnChg chg="mod">
          <ac:chgData name="Bhoomika Raparthi" userId="3cbae63ffa462a75" providerId="LiveId" clId="{ACE78966-9C15-474F-AD95-9F911334F51C}" dt="2025-04-15T17:43:23.925" v="932" actId="14100"/>
          <ac:cxnSpMkLst>
            <pc:docMk/>
            <pc:sldMk cId="3408292087" sldId="266"/>
            <ac:cxnSpMk id="109" creationId="{6DAD5F25-206F-8437-F6BA-67DFE7C7BC0A}"/>
          </ac:cxnSpMkLst>
        </pc:cxnChg>
        <pc:cxnChg chg="mod">
          <ac:chgData name="Bhoomika Raparthi" userId="3cbae63ffa462a75" providerId="LiveId" clId="{ACE78966-9C15-474F-AD95-9F911334F51C}" dt="2025-04-15T17:43:06.049" v="926" actId="14100"/>
          <ac:cxnSpMkLst>
            <pc:docMk/>
            <pc:sldMk cId="3408292087" sldId="266"/>
            <ac:cxnSpMk id="110" creationId="{D1E921CC-E214-4681-834C-3A80F59595BE}"/>
          </ac:cxnSpMkLst>
        </pc:cxnChg>
        <pc:cxnChg chg="mod">
          <ac:chgData name="Bhoomika Raparthi" userId="3cbae63ffa462a75" providerId="LiveId" clId="{ACE78966-9C15-474F-AD95-9F911334F51C}" dt="2025-04-15T17:42:05.841" v="909" actId="1076"/>
          <ac:cxnSpMkLst>
            <pc:docMk/>
            <pc:sldMk cId="3408292087" sldId="266"/>
            <ac:cxnSpMk id="117" creationId="{2B0D7E39-05ED-8A55-2EC1-B6C848649728}"/>
          </ac:cxnSpMkLst>
        </pc:cxnChg>
      </pc:sldChg>
      <pc:sldChg chg="addSp delSp modSp mod">
        <pc:chgData name="Bhoomika Raparthi" userId="3cbae63ffa462a75" providerId="LiveId" clId="{ACE78966-9C15-474F-AD95-9F911334F51C}" dt="2025-03-23T13:22:50.660" v="54" actId="20577"/>
        <pc:sldMkLst>
          <pc:docMk/>
          <pc:sldMk cId="1602148874" sldId="267"/>
        </pc:sldMkLst>
        <pc:spChg chg="mod">
          <ac:chgData name="Bhoomika Raparthi" userId="3cbae63ffa462a75" providerId="LiveId" clId="{ACE78966-9C15-474F-AD95-9F911334F51C}" dt="2025-03-23T13:22:50.660" v="54" actId="20577"/>
          <ac:spMkLst>
            <pc:docMk/>
            <pc:sldMk cId="1602148874" sldId="267"/>
            <ac:spMk id="2" creationId="{575C142B-DE35-4448-FD98-75412114C254}"/>
          </ac:spMkLst>
        </pc:spChg>
        <pc:picChg chg="add mod">
          <ac:chgData name="Bhoomika Raparthi" userId="3cbae63ffa462a75" providerId="LiveId" clId="{ACE78966-9C15-474F-AD95-9F911334F51C}" dt="2025-03-23T13:16:17.857" v="19" actId="1076"/>
          <ac:picMkLst>
            <pc:docMk/>
            <pc:sldMk cId="1602148874" sldId="267"/>
            <ac:picMk id="9" creationId="{CBEF1954-CCA2-20CE-5660-85DF6C3D7E12}"/>
          </ac:picMkLst>
        </pc:picChg>
        <pc:picChg chg="add mod">
          <ac:chgData name="Bhoomika Raparthi" userId="3cbae63ffa462a75" providerId="LiveId" clId="{ACE78966-9C15-474F-AD95-9F911334F51C}" dt="2025-03-23T13:16:22.277" v="20" actId="14100"/>
          <ac:picMkLst>
            <pc:docMk/>
            <pc:sldMk cId="1602148874" sldId="267"/>
            <ac:picMk id="1026" creationId="{745F0E6B-9F1D-1887-434B-AE610B6F5E03}"/>
          </ac:picMkLst>
        </pc:picChg>
      </pc:sldChg>
      <pc:sldChg chg="modSp mod">
        <pc:chgData name="Bhoomika Raparthi" userId="3cbae63ffa462a75" providerId="LiveId" clId="{ACE78966-9C15-474F-AD95-9F911334F51C}" dt="2025-04-09T16:02:07.920" v="275" actId="14100"/>
        <pc:sldMkLst>
          <pc:docMk/>
          <pc:sldMk cId="455911131" sldId="269"/>
        </pc:sldMkLst>
        <pc:spChg chg="mod">
          <ac:chgData name="Bhoomika Raparthi" userId="3cbae63ffa462a75" providerId="LiveId" clId="{ACE78966-9C15-474F-AD95-9F911334F51C}" dt="2025-04-09T16:02:07.920" v="275" actId="14100"/>
          <ac:spMkLst>
            <pc:docMk/>
            <pc:sldMk cId="455911131" sldId="269"/>
            <ac:spMk id="3" creationId="{F70D9EC9-BF99-94AF-2A87-168B8DDD7FA5}"/>
          </ac:spMkLst>
        </pc:spChg>
      </pc:sldChg>
      <pc:sldChg chg="modSp mod">
        <pc:chgData name="Bhoomika Raparthi" userId="3cbae63ffa462a75" providerId="LiveId" clId="{ACE78966-9C15-474F-AD95-9F911334F51C}" dt="2025-04-09T16:06:42.474" v="399" actId="20577"/>
        <pc:sldMkLst>
          <pc:docMk/>
          <pc:sldMk cId="2116629983" sldId="271"/>
        </pc:sldMkLst>
        <pc:spChg chg="mod">
          <ac:chgData name="Bhoomika Raparthi" userId="3cbae63ffa462a75" providerId="LiveId" clId="{ACE78966-9C15-474F-AD95-9F911334F51C}" dt="2025-04-09T16:06:42.474" v="399" actId="20577"/>
          <ac:spMkLst>
            <pc:docMk/>
            <pc:sldMk cId="2116629983" sldId="271"/>
            <ac:spMk id="3" creationId="{1EBFCFE5-3C68-3878-FB65-6CB644FCFE5F}"/>
          </ac:spMkLst>
        </pc:spChg>
      </pc:sldChg>
      <pc:sldChg chg="addSp delSp modSp add mod">
        <pc:chgData name="Bhoomika Raparthi" userId="3cbae63ffa462a75" providerId="LiveId" clId="{ACE78966-9C15-474F-AD95-9F911334F51C}" dt="2025-04-15T17:52:21.220" v="1015" actId="1076"/>
        <pc:sldMkLst>
          <pc:docMk/>
          <pc:sldMk cId="3751592746" sldId="272"/>
        </pc:sldMkLst>
        <pc:spChg chg="mod">
          <ac:chgData name="Bhoomika Raparthi" userId="3cbae63ffa462a75" providerId="LiveId" clId="{ACE78966-9C15-474F-AD95-9F911334F51C}" dt="2025-04-09T16:13:59.615" v="631" actId="1076"/>
          <ac:spMkLst>
            <pc:docMk/>
            <pc:sldMk cId="3751592746" sldId="272"/>
            <ac:spMk id="3" creationId="{DBF99314-5DAD-A027-A797-C29EF6AFD305}"/>
          </ac:spMkLst>
        </pc:spChg>
        <pc:spChg chg="mod">
          <ac:chgData name="Bhoomika Raparthi" userId="3cbae63ffa462a75" providerId="LiveId" clId="{ACE78966-9C15-474F-AD95-9F911334F51C}" dt="2025-04-09T16:14:49.367" v="632" actId="1076"/>
          <ac:spMkLst>
            <pc:docMk/>
            <pc:sldMk cId="3751592746" sldId="272"/>
            <ac:spMk id="7" creationId="{FEB3334F-FFD2-B3BD-AB0C-71C2EE9EC506}"/>
          </ac:spMkLst>
        </pc:spChg>
        <pc:spChg chg="add mod">
          <ac:chgData name="Bhoomika Raparthi" userId="3cbae63ffa462a75" providerId="LiveId" clId="{ACE78966-9C15-474F-AD95-9F911334F51C}" dt="2025-04-09T16:18:55.247" v="710" actId="14100"/>
          <ac:spMkLst>
            <pc:docMk/>
            <pc:sldMk cId="3751592746" sldId="272"/>
            <ac:spMk id="9" creationId="{8B67BE26-D127-85B0-A83D-DA2A5A8CEDB5}"/>
          </ac:spMkLst>
        </pc:spChg>
        <pc:spChg chg="add del mod">
          <ac:chgData name="Bhoomika Raparthi" userId="3cbae63ffa462a75" providerId="LiveId" clId="{ACE78966-9C15-474F-AD95-9F911334F51C}" dt="2025-04-09T16:27:04.237" v="785" actId="1076"/>
          <ac:spMkLst>
            <pc:docMk/>
            <pc:sldMk cId="3751592746" sldId="272"/>
            <ac:spMk id="17" creationId="{2E826BDB-2FB0-DBA8-1D09-2A65399DF8E5}"/>
          </ac:spMkLst>
        </pc:spChg>
        <pc:spChg chg="mod">
          <ac:chgData name="Bhoomika Raparthi" userId="3cbae63ffa462a75" providerId="LiveId" clId="{ACE78966-9C15-474F-AD95-9F911334F51C}" dt="2025-04-09T16:27:35.804" v="787" actId="1076"/>
          <ac:spMkLst>
            <pc:docMk/>
            <pc:sldMk cId="3751592746" sldId="272"/>
            <ac:spMk id="18" creationId="{47B6E0F3-743F-EE8B-B872-36022DE3D70A}"/>
          </ac:spMkLst>
        </pc:spChg>
        <pc:spChg chg="add mod">
          <ac:chgData name="Bhoomika Raparthi" userId="3cbae63ffa462a75" providerId="LiveId" clId="{ACE78966-9C15-474F-AD95-9F911334F51C}" dt="2025-04-15T17:51:47.323" v="995" actId="14100"/>
          <ac:spMkLst>
            <pc:docMk/>
            <pc:sldMk cId="3751592746" sldId="272"/>
            <ac:spMk id="23" creationId="{582712AE-BB06-5694-CF1A-D0D779A3A604}"/>
          </ac:spMkLst>
        </pc:spChg>
        <pc:spChg chg="mod">
          <ac:chgData name="Bhoomika Raparthi" userId="3cbae63ffa462a75" providerId="LiveId" clId="{ACE78966-9C15-474F-AD95-9F911334F51C}" dt="2025-04-09T16:17:10.316" v="671" actId="1076"/>
          <ac:spMkLst>
            <pc:docMk/>
            <pc:sldMk cId="3751592746" sldId="272"/>
            <ac:spMk id="31" creationId="{F07722DB-A443-76B1-1F85-CD3E711810B4}"/>
          </ac:spMkLst>
        </pc:spChg>
        <pc:spChg chg="add mod">
          <ac:chgData name="Bhoomika Raparthi" userId="3cbae63ffa462a75" providerId="LiveId" clId="{ACE78966-9C15-474F-AD95-9F911334F51C}" dt="2025-04-09T16:23:15.834" v="748" actId="14100"/>
          <ac:spMkLst>
            <pc:docMk/>
            <pc:sldMk cId="3751592746" sldId="272"/>
            <ac:spMk id="39" creationId="{6D691A96-1402-D494-4F75-19EAC4988FA3}"/>
          </ac:spMkLst>
        </pc:spChg>
        <pc:spChg chg="mod">
          <ac:chgData name="Bhoomika Raparthi" userId="3cbae63ffa462a75" providerId="LiveId" clId="{ACE78966-9C15-474F-AD95-9F911334F51C}" dt="2025-04-09T16:25:52.867" v="782" actId="1076"/>
          <ac:spMkLst>
            <pc:docMk/>
            <pc:sldMk cId="3751592746" sldId="272"/>
            <ac:spMk id="41" creationId="{D7AA381F-5299-C2D3-9675-82084B46721E}"/>
          </ac:spMkLst>
        </pc:spChg>
        <pc:spChg chg="add mod">
          <ac:chgData name="Bhoomika Raparthi" userId="3cbae63ffa462a75" providerId="LiveId" clId="{ACE78966-9C15-474F-AD95-9F911334F51C}" dt="2025-04-15T17:47:40.049" v="943" actId="1076"/>
          <ac:spMkLst>
            <pc:docMk/>
            <pc:sldMk cId="3751592746" sldId="272"/>
            <ac:spMk id="46" creationId="{800D90CC-5E61-64CC-1DEA-1607596B5ED8}"/>
          </ac:spMkLst>
        </pc:spChg>
        <pc:spChg chg="add mod">
          <ac:chgData name="Bhoomika Raparthi" userId="3cbae63ffa462a75" providerId="LiveId" clId="{ACE78966-9C15-474F-AD95-9F911334F51C}" dt="2025-04-15T17:47:49.847" v="946" actId="1076"/>
          <ac:spMkLst>
            <pc:docMk/>
            <pc:sldMk cId="3751592746" sldId="272"/>
            <ac:spMk id="47" creationId="{47274D4E-6042-29D9-B7F1-C1D1C5BD6B04}"/>
          </ac:spMkLst>
        </pc:spChg>
        <pc:spChg chg="mod">
          <ac:chgData name="Bhoomika Raparthi" userId="3cbae63ffa462a75" providerId="LiveId" clId="{ACE78966-9C15-474F-AD95-9F911334F51C}" dt="2025-04-09T16:16:53.521" v="668" actId="1076"/>
          <ac:spMkLst>
            <pc:docMk/>
            <pc:sldMk cId="3751592746" sldId="272"/>
            <ac:spMk id="68" creationId="{81543C9A-E314-DCD2-37D1-E7BBF242116E}"/>
          </ac:spMkLst>
        </pc:spChg>
        <pc:spChg chg="add mod">
          <ac:chgData name="Bhoomika Raparthi" userId="3cbae63ffa462a75" providerId="LiveId" clId="{ACE78966-9C15-474F-AD95-9F911334F51C}" dt="2025-04-15T17:50:56.508" v="983" actId="20577"/>
          <ac:spMkLst>
            <pc:docMk/>
            <pc:sldMk cId="3751592746" sldId="272"/>
            <ac:spMk id="71" creationId="{9C6FFDF6-1365-319B-0DC5-2DBBE9799D5E}"/>
          </ac:spMkLst>
        </pc:spChg>
        <pc:spChg chg="mod">
          <ac:chgData name="Bhoomika Raparthi" userId="3cbae63ffa462a75" providerId="LiveId" clId="{ACE78966-9C15-474F-AD95-9F911334F51C}" dt="2025-04-09T16:27:22.498" v="786" actId="1076"/>
          <ac:spMkLst>
            <pc:docMk/>
            <pc:sldMk cId="3751592746" sldId="272"/>
            <ac:spMk id="74" creationId="{66DE5456-68FF-4BA6-33CC-48A21DD98BC3}"/>
          </ac:spMkLst>
        </pc:spChg>
        <pc:spChg chg="mod">
          <ac:chgData name="Bhoomika Raparthi" userId="3cbae63ffa462a75" providerId="LiveId" clId="{ACE78966-9C15-474F-AD95-9F911334F51C}" dt="2025-04-09T16:25:55.917" v="783" actId="1076"/>
          <ac:spMkLst>
            <pc:docMk/>
            <pc:sldMk cId="3751592746" sldId="272"/>
            <ac:spMk id="85" creationId="{4CC5F458-CC4B-4504-2823-4FCC847DA981}"/>
          </ac:spMkLst>
        </pc:spChg>
        <pc:spChg chg="mod">
          <ac:chgData name="Bhoomika Raparthi" userId="3cbae63ffa462a75" providerId="LiveId" clId="{ACE78966-9C15-474F-AD95-9F911334F51C}" dt="2025-04-15T17:49:09.315" v="968" actId="1076"/>
          <ac:spMkLst>
            <pc:docMk/>
            <pc:sldMk cId="3751592746" sldId="272"/>
            <ac:spMk id="88" creationId="{40E2E621-8658-0AC4-70D1-1ECAB0DDA162}"/>
          </ac:spMkLst>
        </pc:spChg>
        <pc:spChg chg="mod">
          <ac:chgData name="Bhoomika Raparthi" userId="3cbae63ffa462a75" providerId="LiveId" clId="{ACE78966-9C15-474F-AD95-9F911334F51C}" dt="2025-04-15T17:52:21.220" v="1015" actId="1076"/>
          <ac:spMkLst>
            <pc:docMk/>
            <pc:sldMk cId="3751592746" sldId="272"/>
            <ac:spMk id="97" creationId="{1565FB32-6960-9395-AAC2-A4D02B46382B}"/>
          </ac:spMkLst>
        </pc:spChg>
        <pc:spChg chg="mod">
          <ac:chgData name="Bhoomika Raparthi" userId="3cbae63ffa462a75" providerId="LiveId" clId="{ACE78966-9C15-474F-AD95-9F911334F51C}" dt="2025-04-15T17:49:22.952" v="970" actId="1076"/>
          <ac:spMkLst>
            <pc:docMk/>
            <pc:sldMk cId="3751592746" sldId="272"/>
            <ac:spMk id="103" creationId="{19F0DDDF-55EA-2DED-E816-6AF760528248}"/>
          </ac:spMkLst>
        </pc:spChg>
        <pc:cxnChg chg="add mod">
          <ac:chgData name="Bhoomika Raparthi" userId="3cbae63ffa462a75" providerId="LiveId" clId="{ACE78966-9C15-474F-AD95-9F911334F51C}" dt="2025-04-09T16:18:55.247" v="710" actId="14100"/>
          <ac:cxnSpMkLst>
            <pc:docMk/>
            <pc:sldMk cId="3751592746" sldId="272"/>
            <ac:cxnSpMk id="11" creationId="{1F4C71B1-83A2-EABF-6ABD-2677B33224F2}"/>
          </ac:cxnSpMkLst>
        </pc:cxnChg>
        <pc:cxnChg chg="add mod">
          <ac:chgData name="Bhoomika Raparthi" userId="3cbae63ffa462a75" providerId="LiveId" clId="{ACE78966-9C15-474F-AD95-9F911334F51C}" dt="2025-04-15T17:47:40.049" v="943" actId="1076"/>
          <ac:cxnSpMkLst>
            <pc:docMk/>
            <pc:sldMk cId="3751592746" sldId="272"/>
            <ac:cxnSpMk id="16" creationId="{C9095992-64E4-5E72-B9AA-A23CD68DEBA8}"/>
          </ac:cxnSpMkLst>
        </pc:cxnChg>
        <pc:cxnChg chg="mod">
          <ac:chgData name="Bhoomika Raparthi" userId="3cbae63ffa462a75" providerId="LiveId" clId="{ACE78966-9C15-474F-AD95-9F911334F51C}" dt="2025-04-09T16:27:04.237" v="785" actId="1076"/>
          <ac:cxnSpMkLst>
            <pc:docMk/>
            <pc:sldMk cId="3751592746" sldId="272"/>
            <ac:cxnSpMk id="30" creationId="{E3510599-5513-C68F-71E5-7F0D392DC24C}"/>
          </ac:cxnSpMkLst>
        </pc:cxnChg>
        <pc:cxnChg chg="add mod">
          <ac:chgData name="Bhoomika Raparthi" userId="3cbae63ffa462a75" providerId="LiveId" clId="{ACE78966-9C15-474F-AD95-9F911334F51C}" dt="2025-04-09T16:16:53.521" v="668" actId="1076"/>
          <ac:cxnSpMkLst>
            <pc:docMk/>
            <pc:sldMk cId="3751592746" sldId="272"/>
            <ac:cxnSpMk id="32" creationId="{9B7E3B23-6F25-3BBB-B636-94543CD35442}"/>
          </ac:cxnSpMkLst>
        </pc:cxnChg>
        <pc:cxnChg chg="add mod">
          <ac:chgData name="Bhoomika Raparthi" userId="3cbae63ffa462a75" providerId="LiveId" clId="{ACE78966-9C15-474F-AD95-9F911334F51C}" dt="2025-04-15T17:47:40.049" v="943" actId="1076"/>
          <ac:cxnSpMkLst>
            <pc:docMk/>
            <pc:sldMk cId="3751592746" sldId="272"/>
            <ac:cxnSpMk id="48" creationId="{46622C65-CC44-82B3-E981-949913C58B87}"/>
          </ac:cxnSpMkLst>
        </pc:cxnChg>
        <pc:cxnChg chg="mod">
          <ac:chgData name="Bhoomika Raparthi" userId="3cbae63ffa462a75" providerId="LiveId" clId="{ACE78966-9C15-474F-AD95-9F911334F51C}" dt="2025-04-09T16:27:22.498" v="786" actId="1076"/>
          <ac:cxnSpMkLst>
            <pc:docMk/>
            <pc:sldMk cId="3751592746" sldId="272"/>
            <ac:cxnSpMk id="51" creationId="{56825F8E-7D19-DA2D-FFA4-46151CD0FC20}"/>
          </ac:cxnSpMkLst>
        </pc:cxnChg>
        <pc:cxnChg chg="mod">
          <ac:chgData name="Bhoomika Raparthi" userId="3cbae63ffa462a75" providerId="LiveId" clId="{ACE78966-9C15-474F-AD95-9F911334F51C}" dt="2025-04-09T16:16:53.521" v="668" actId="1076"/>
          <ac:cxnSpMkLst>
            <pc:docMk/>
            <pc:sldMk cId="3751592746" sldId="272"/>
            <ac:cxnSpMk id="67" creationId="{E02D3CCA-08A7-923C-1FDA-078213FDEE08}"/>
          </ac:cxnSpMkLst>
        </pc:cxnChg>
        <pc:cxnChg chg="mod">
          <ac:chgData name="Bhoomika Raparthi" userId="3cbae63ffa462a75" providerId="LiveId" clId="{ACE78966-9C15-474F-AD95-9F911334F51C}" dt="2025-04-09T16:27:22.498" v="786" actId="1076"/>
          <ac:cxnSpMkLst>
            <pc:docMk/>
            <pc:sldMk cId="3751592746" sldId="272"/>
            <ac:cxnSpMk id="76" creationId="{1ADB6187-DCDB-5722-5C14-6E30DB1F4DEC}"/>
          </ac:cxnSpMkLst>
        </pc:cxnChg>
      </pc:sldChg>
      <pc:sldChg chg="addSp delSp modSp add mod">
        <pc:chgData name="Bhoomika Raparthi" userId="3cbae63ffa462a75" providerId="LiveId" clId="{ACE78966-9C15-474F-AD95-9F911334F51C}" dt="2025-04-15T17:59:44.309" v="1083" actId="14100"/>
        <pc:sldMkLst>
          <pc:docMk/>
          <pc:sldMk cId="3696149897" sldId="273"/>
        </pc:sldMkLst>
        <pc:spChg chg="mod">
          <ac:chgData name="Bhoomika Raparthi" userId="3cbae63ffa462a75" providerId="LiveId" clId="{ACE78966-9C15-474F-AD95-9F911334F51C}" dt="2025-04-15T17:58:15.427" v="1077" actId="14100"/>
          <ac:spMkLst>
            <pc:docMk/>
            <pc:sldMk cId="3696149897" sldId="273"/>
            <ac:spMk id="3" creationId="{C242F282-9237-711E-C128-D0C860D179D5}"/>
          </ac:spMkLst>
        </pc:spChg>
        <pc:spChg chg="mod">
          <ac:chgData name="Bhoomika Raparthi" userId="3cbae63ffa462a75" providerId="LiveId" clId="{ACE78966-9C15-474F-AD95-9F911334F51C}" dt="2025-04-15T17:55:51.942" v="1059" actId="14100"/>
          <ac:spMkLst>
            <pc:docMk/>
            <pc:sldMk cId="3696149897" sldId="273"/>
            <ac:spMk id="14" creationId="{EE61ABA6-AE1E-C835-7500-8DE111A7484F}"/>
          </ac:spMkLst>
        </pc:spChg>
        <pc:spChg chg="mod">
          <ac:chgData name="Bhoomika Raparthi" userId="3cbae63ffa462a75" providerId="LiveId" clId="{ACE78966-9C15-474F-AD95-9F911334F51C}" dt="2025-04-15T17:55:58.095" v="1060" actId="1076"/>
          <ac:spMkLst>
            <pc:docMk/>
            <pc:sldMk cId="3696149897" sldId="273"/>
            <ac:spMk id="20" creationId="{B28F217D-396B-0FA5-0F78-35B42AB1FB8C}"/>
          </ac:spMkLst>
        </pc:spChg>
        <pc:spChg chg="add mod">
          <ac:chgData name="Bhoomika Raparthi" userId="3cbae63ffa462a75" providerId="LiveId" clId="{ACE78966-9C15-474F-AD95-9F911334F51C}" dt="2025-04-15T17:57:11.006" v="1064" actId="1076"/>
          <ac:spMkLst>
            <pc:docMk/>
            <pc:sldMk cId="3696149897" sldId="273"/>
            <ac:spMk id="26" creationId="{E6DDC179-463E-9B87-D21E-6C1BA917B705}"/>
          </ac:spMkLst>
        </pc:spChg>
        <pc:spChg chg="add mod">
          <ac:chgData name="Bhoomika Raparthi" userId="3cbae63ffa462a75" providerId="LiveId" clId="{ACE78966-9C15-474F-AD95-9F911334F51C}" dt="2025-04-15T17:57:44.203" v="1070" actId="1076"/>
          <ac:spMkLst>
            <pc:docMk/>
            <pc:sldMk cId="3696149897" sldId="273"/>
            <ac:spMk id="27" creationId="{9495A709-4EFF-BB01-11BC-9DDE26BEB48B}"/>
          </ac:spMkLst>
        </pc:spChg>
        <pc:spChg chg="mod">
          <ac:chgData name="Bhoomika Raparthi" userId="3cbae63ffa462a75" providerId="LiveId" clId="{ACE78966-9C15-474F-AD95-9F911334F51C}" dt="2025-04-15T17:27:59.637" v="804" actId="1076"/>
          <ac:spMkLst>
            <pc:docMk/>
            <pc:sldMk cId="3696149897" sldId="273"/>
            <ac:spMk id="31" creationId="{9AC963C5-9A3D-49AB-8992-96D4D0A9E171}"/>
          </ac:spMkLst>
        </pc:spChg>
        <pc:spChg chg="mod">
          <ac:chgData name="Bhoomika Raparthi" userId="3cbae63ffa462a75" providerId="LiveId" clId="{ACE78966-9C15-474F-AD95-9F911334F51C}" dt="2025-04-15T17:59:44.309" v="1083" actId="14100"/>
          <ac:spMkLst>
            <pc:docMk/>
            <pc:sldMk cId="3696149897" sldId="273"/>
            <ac:spMk id="33" creationId="{7CEA9440-A251-D0A9-8696-6081BA3787FB}"/>
          </ac:spMkLst>
        </pc:spChg>
        <pc:spChg chg="mod">
          <ac:chgData name="Bhoomika Raparthi" userId="3cbae63ffa462a75" providerId="LiveId" clId="{ACE78966-9C15-474F-AD95-9F911334F51C}" dt="2025-04-15T17:27:19.824" v="797" actId="14100"/>
          <ac:spMkLst>
            <pc:docMk/>
            <pc:sldMk cId="3696149897" sldId="273"/>
            <ac:spMk id="39" creationId="{BD9096D9-4741-743A-AF86-7DFE214E5884}"/>
          </ac:spMkLst>
        </pc:spChg>
        <pc:spChg chg="mod">
          <ac:chgData name="Bhoomika Raparthi" userId="3cbae63ffa462a75" providerId="LiveId" clId="{ACE78966-9C15-474F-AD95-9F911334F51C}" dt="2025-04-15T17:58:10.988" v="1076" actId="1076"/>
          <ac:spMkLst>
            <pc:docMk/>
            <pc:sldMk cId="3696149897" sldId="273"/>
            <ac:spMk id="45" creationId="{BD5D9D19-6702-C8AA-BAB6-78882024A00A}"/>
          </ac:spMkLst>
        </pc:spChg>
        <pc:spChg chg="mod">
          <ac:chgData name="Bhoomika Raparthi" userId="3cbae63ffa462a75" providerId="LiveId" clId="{ACE78966-9C15-474F-AD95-9F911334F51C}" dt="2025-04-15T17:29:59.175" v="841" actId="1076"/>
          <ac:spMkLst>
            <pc:docMk/>
            <pc:sldMk cId="3696149897" sldId="273"/>
            <ac:spMk id="55" creationId="{DE759387-D536-3709-64B9-8FFFB3517DE6}"/>
          </ac:spMkLst>
        </pc:spChg>
        <pc:spChg chg="mod">
          <ac:chgData name="Bhoomika Raparthi" userId="3cbae63ffa462a75" providerId="LiveId" clId="{ACE78966-9C15-474F-AD95-9F911334F51C}" dt="2025-04-15T17:29:36.681" v="840" actId="1076"/>
          <ac:spMkLst>
            <pc:docMk/>
            <pc:sldMk cId="3696149897" sldId="273"/>
            <ac:spMk id="56" creationId="{9EC7396F-FC16-E331-5330-08CCA99E2B7A}"/>
          </ac:spMkLst>
        </pc:spChg>
        <pc:spChg chg="add mod">
          <ac:chgData name="Bhoomika Raparthi" userId="3cbae63ffa462a75" providerId="LiveId" clId="{ACE78966-9C15-474F-AD95-9F911334F51C}" dt="2025-04-15T17:57:25.623" v="1067" actId="14100"/>
          <ac:spMkLst>
            <pc:docMk/>
            <pc:sldMk cId="3696149897" sldId="273"/>
            <ac:spMk id="61" creationId="{2517A53E-0B93-A9A6-176C-4249BB807538}"/>
          </ac:spMkLst>
        </pc:spChg>
        <pc:spChg chg="add mod">
          <ac:chgData name="Bhoomika Raparthi" userId="3cbae63ffa462a75" providerId="LiveId" clId="{ACE78966-9C15-474F-AD95-9F911334F51C}" dt="2025-04-15T17:57:31.965" v="1068" actId="1076"/>
          <ac:spMkLst>
            <pc:docMk/>
            <pc:sldMk cId="3696149897" sldId="273"/>
            <ac:spMk id="68" creationId="{DE46602B-1173-F615-B3E2-44CAC95C4F85}"/>
          </ac:spMkLst>
        </pc:spChg>
        <pc:spChg chg="mod">
          <ac:chgData name="Bhoomika Raparthi" userId="3cbae63ffa462a75" providerId="LiveId" clId="{ACE78966-9C15-474F-AD95-9F911334F51C}" dt="2025-03-23T13:51:09.698" v="81" actId="1076"/>
          <ac:spMkLst>
            <pc:docMk/>
            <pc:sldMk cId="3696149897" sldId="273"/>
            <ac:spMk id="101" creationId="{D67F4BD1-4D5A-D4DF-E09D-DE0E5059CCA0}"/>
          </ac:spMkLst>
        </pc:spChg>
        <pc:cxnChg chg="mod">
          <ac:chgData name="Bhoomika Raparthi" userId="3cbae63ffa462a75" providerId="LiveId" clId="{ACE78966-9C15-474F-AD95-9F911334F51C}" dt="2025-04-15T17:28:55.976" v="814" actId="14100"/>
          <ac:cxnSpMkLst>
            <pc:docMk/>
            <pc:sldMk cId="3696149897" sldId="273"/>
            <ac:cxnSpMk id="9" creationId="{A218BAD4-26BD-4BCB-61DD-D2CA856AF73C}"/>
          </ac:cxnSpMkLst>
        </pc:cxnChg>
        <pc:cxnChg chg="add del mod">
          <ac:chgData name="Bhoomika Raparthi" userId="3cbae63ffa462a75" providerId="LiveId" clId="{ACE78966-9C15-474F-AD95-9F911334F51C}" dt="2025-04-15T17:57:25.623" v="1067" actId="14100"/>
          <ac:cxnSpMkLst>
            <pc:docMk/>
            <pc:sldMk cId="3696149897" sldId="273"/>
            <ac:cxnSpMk id="15" creationId="{AD1FBF6A-1CFE-5312-C365-05D9E4FD7477}"/>
          </ac:cxnSpMkLst>
        </pc:cxnChg>
        <pc:cxnChg chg="mod">
          <ac:chgData name="Bhoomika Raparthi" userId="3cbae63ffa462a75" providerId="LiveId" clId="{ACE78966-9C15-474F-AD95-9F911334F51C}" dt="2025-04-15T17:58:10.988" v="1076" actId="1076"/>
          <ac:cxnSpMkLst>
            <pc:docMk/>
            <pc:sldMk cId="3696149897" sldId="273"/>
            <ac:cxnSpMk id="47" creationId="{38B04011-3991-C533-7BF3-D2C07EDD37F7}"/>
          </ac:cxnSpMkLst>
        </pc:cxnChg>
        <pc:cxnChg chg="mod">
          <ac:chgData name="Bhoomika Raparthi" userId="3cbae63ffa462a75" providerId="LiveId" clId="{ACE78966-9C15-474F-AD95-9F911334F51C}" dt="2025-04-15T17:28:46.920" v="812" actId="14100"/>
          <ac:cxnSpMkLst>
            <pc:docMk/>
            <pc:sldMk cId="3696149897" sldId="273"/>
            <ac:cxnSpMk id="54" creationId="{62ADC4C0-9B2F-9396-8D7B-0BE7F077AFB4}"/>
          </ac:cxnSpMkLst>
        </pc:cxnChg>
        <pc:cxnChg chg="add mod">
          <ac:chgData name="Bhoomika Raparthi" userId="3cbae63ffa462a75" providerId="LiveId" clId="{ACE78966-9C15-474F-AD95-9F911334F51C}" dt="2025-04-15T17:56:17.040" v="1061" actId="14100"/>
          <ac:cxnSpMkLst>
            <pc:docMk/>
            <pc:sldMk cId="3696149897" sldId="273"/>
            <ac:cxnSpMk id="64" creationId="{E30B31A7-A604-E50D-2D80-A0C1B8BE3C3C}"/>
          </ac:cxnSpMkLst>
        </pc:cxnChg>
        <pc:cxnChg chg="add mod">
          <ac:chgData name="Bhoomika Raparthi" userId="3cbae63ffa462a75" providerId="LiveId" clId="{ACE78966-9C15-474F-AD95-9F911334F51C}" dt="2025-04-15T17:58:32.296" v="1078" actId="14100"/>
          <ac:cxnSpMkLst>
            <pc:docMk/>
            <pc:sldMk cId="3696149897" sldId="273"/>
            <ac:cxnSpMk id="70" creationId="{4801CA54-AE30-6A82-3BE1-16C4ABD8E43B}"/>
          </ac:cxnSpMkLst>
        </pc:cxnChg>
        <pc:cxnChg chg="add mod">
          <ac:chgData name="Bhoomika Raparthi" userId="3cbae63ffa462a75" providerId="LiveId" clId="{ACE78966-9C15-474F-AD95-9F911334F51C}" dt="2025-04-15T17:59:12.104" v="1082" actId="13822"/>
          <ac:cxnSpMkLst>
            <pc:docMk/>
            <pc:sldMk cId="3696149897" sldId="273"/>
            <ac:cxnSpMk id="90" creationId="{7AE53CCA-33D1-0642-CE13-D4346DDFC226}"/>
          </ac:cxnSpMkLst>
        </pc:cxnChg>
      </pc:sldChg>
      <pc:sldChg chg="addSp delSp modSp mod">
        <pc:chgData name="Bhoomika Raparthi" userId="3cbae63ffa462a75" providerId="LiveId" clId="{ACE78966-9C15-474F-AD95-9F911334F51C}" dt="2025-04-15T20:17:50.019" v="1528"/>
        <pc:sldMkLst>
          <pc:docMk/>
          <pc:sldMk cId="582116630" sldId="274"/>
        </pc:sldMkLst>
        <pc:spChg chg="add mod">
          <ac:chgData name="Bhoomika Raparthi" userId="3cbae63ffa462a75" providerId="LiveId" clId="{ACE78966-9C15-474F-AD95-9F911334F51C}" dt="2025-04-15T20:17:50.019" v="1528"/>
          <ac:spMkLst>
            <pc:docMk/>
            <pc:sldMk cId="582116630" sldId="274"/>
            <ac:spMk id="5" creationId="{A8692679-D274-CD58-44EB-4303630322EA}"/>
          </ac:spMkLst>
        </pc:spChg>
        <pc:spChg chg="add mod">
          <ac:chgData name="Bhoomika Raparthi" userId="3cbae63ffa462a75" providerId="LiveId" clId="{ACE78966-9C15-474F-AD95-9F911334F51C}" dt="2025-04-15T18:36:20.871" v="1423" actId="1076"/>
          <ac:spMkLst>
            <pc:docMk/>
            <pc:sldMk cId="582116630" sldId="274"/>
            <ac:spMk id="11" creationId="{AEA960DB-8F08-552F-E642-DBA0F64D4126}"/>
          </ac:spMkLst>
        </pc:spChg>
        <pc:spChg chg="add mod">
          <ac:chgData name="Bhoomika Raparthi" userId="3cbae63ffa462a75" providerId="LiveId" clId="{ACE78966-9C15-474F-AD95-9F911334F51C}" dt="2025-04-15T18:43:07.890" v="1480" actId="14100"/>
          <ac:spMkLst>
            <pc:docMk/>
            <pc:sldMk cId="582116630" sldId="274"/>
            <ac:spMk id="43" creationId="{FB53B05D-12D1-218F-C244-D7976CAB7EC1}"/>
          </ac:spMkLst>
        </pc:spChg>
        <pc:spChg chg="add mod">
          <ac:chgData name="Bhoomika Raparthi" userId="3cbae63ffa462a75" providerId="LiveId" clId="{ACE78966-9C15-474F-AD95-9F911334F51C}" dt="2025-04-15T18:38:54.864" v="1445" actId="1076"/>
          <ac:spMkLst>
            <pc:docMk/>
            <pc:sldMk cId="582116630" sldId="274"/>
            <ac:spMk id="64" creationId="{8CC5FA54-50E6-C1AC-A381-D41837942D75}"/>
          </ac:spMkLst>
        </pc:spChg>
        <pc:spChg chg="add mod">
          <ac:chgData name="Bhoomika Raparthi" userId="3cbae63ffa462a75" providerId="LiveId" clId="{ACE78966-9C15-474F-AD95-9F911334F51C}" dt="2025-04-15T18:35:56.781" v="1419" actId="1076"/>
          <ac:spMkLst>
            <pc:docMk/>
            <pc:sldMk cId="582116630" sldId="274"/>
            <ac:spMk id="65" creationId="{8010FBE7-D3BC-5CAF-291A-899BFE6935D7}"/>
          </ac:spMkLst>
        </pc:spChg>
        <pc:spChg chg="mod">
          <ac:chgData name="Bhoomika Raparthi" userId="3cbae63ffa462a75" providerId="LiveId" clId="{ACE78966-9C15-474F-AD95-9F911334F51C}" dt="2025-04-15T18:36:30.717" v="1424" actId="1076"/>
          <ac:spMkLst>
            <pc:docMk/>
            <pc:sldMk cId="582116630" sldId="274"/>
            <ac:spMk id="66" creationId="{885EAF9A-9D50-9820-2D87-9288AFD5C7D9}"/>
          </ac:spMkLst>
        </pc:spChg>
        <pc:spChg chg="add mod">
          <ac:chgData name="Bhoomika Raparthi" userId="3cbae63ffa462a75" providerId="LiveId" clId="{ACE78966-9C15-474F-AD95-9F911334F51C}" dt="2025-04-15T18:43:14.914" v="1482" actId="14100"/>
          <ac:spMkLst>
            <pc:docMk/>
            <pc:sldMk cId="582116630" sldId="274"/>
            <ac:spMk id="67" creationId="{9458A29A-ADC0-7D94-411D-0C881F3E3A24}"/>
          </ac:spMkLst>
        </pc:spChg>
        <pc:spChg chg="add mod">
          <ac:chgData name="Bhoomika Raparthi" userId="3cbae63ffa462a75" providerId="LiveId" clId="{ACE78966-9C15-474F-AD95-9F911334F51C}" dt="2025-04-15T18:39:04.368" v="1446" actId="1076"/>
          <ac:spMkLst>
            <pc:docMk/>
            <pc:sldMk cId="582116630" sldId="274"/>
            <ac:spMk id="68" creationId="{2CC46D1E-2DC5-3733-66CD-94EA2D3F5322}"/>
          </ac:spMkLst>
        </pc:spChg>
        <pc:spChg chg="add mod">
          <ac:chgData name="Bhoomika Raparthi" userId="3cbae63ffa462a75" providerId="LiveId" clId="{ACE78966-9C15-474F-AD95-9F911334F51C}" dt="2025-04-15T18:39:40.616" v="1451" actId="1076"/>
          <ac:spMkLst>
            <pc:docMk/>
            <pc:sldMk cId="582116630" sldId="274"/>
            <ac:spMk id="69" creationId="{6FC80205-1F0E-D703-743B-6F00DA5F0F57}"/>
          </ac:spMkLst>
        </pc:spChg>
        <pc:spChg chg="add mod">
          <ac:chgData name="Bhoomika Raparthi" userId="3cbae63ffa462a75" providerId="LiveId" clId="{ACE78966-9C15-474F-AD95-9F911334F51C}" dt="2025-04-15T18:36:00.807" v="1420" actId="1076"/>
          <ac:spMkLst>
            <pc:docMk/>
            <pc:sldMk cId="582116630" sldId="274"/>
            <ac:spMk id="70" creationId="{F3E783D5-2740-120B-2EC2-8A4F2EFEF0E4}"/>
          </ac:spMkLst>
        </pc:spChg>
        <pc:spChg chg="add mod">
          <ac:chgData name="Bhoomika Raparthi" userId="3cbae63ffa462a75" providerId="LiveId" clId="{ACE78966-9C15-474F-AD95-9F911334F51C}" dt="2025-04-15T18:38:17.807" v="1439" actId="1076"/>
          <ac:spMkLst>
            <pc:docMk/>
            <pc:sldMk cId="582116630" sldId="274"/>
            <ac:spMk id="71" creationId="{01E879B6-ECF0-B230-1954-00157E558EA6}"/>
          </ac:spMkLst>
        </pc:spChg>
        <pc:spChg chg="add mod">
          <ac:chgData name="Bhoomika Raparthi" userId="3cbae63ffa462a75" providerId="LiveId" clId="{ACE78966-9C15-474F-AD95-9F911334F51C}" dt="2025-04-15T18:39:18.491" v="1449" actId="1076"/>
          <ac:spMkLst>
            <pc:docMk/>
            <pc:sldMk cId="582116630" sldId="274"/>
            <ac:spMk id="72" creationId="{CAF68BEF-2268-EF6B-C71C-5E895F57AFC9}"/>
          </ac:spMkLst>
        </pc:spChg>
        <pc:spChg chg="add mod">
          <ac:chgData name="Bhoomika Raparthi" userId="3cbae63ffa462a75" providerId="LiveId" clId="{ACE78966-9C15-474F-AD95-9F911334F51C}" dt="2025-04-15T18:19:28.498" v="1280"/>
          <ac:spMkLst>
            <pc:docMk/>
            <pc:sldMk cId="582116630" sldId="274"/>
            <ac:spMk id="73" creationId="{21D9B3AC-EEFE-3E39-E98F-6B873513ED85}"/>
          </ac:spMkLst>
        </pc:spChg>
        <pc:spChg chg="add mod">
          <ac:chgData name="Bhoomika Raparthi" userId="3cbae63ffa462a75" providerId="LiveId" clId="{ACE78966-9C15-474F-AD95-9F911334F51C}" dt="2025-04-15T18:19:28.498" v="1280"/>
          <ac:spMkLst>
            <pc:docMk/>
            <pc:sldMk cId="582116630" sldId="274"/>
            <ac:spMk id="86" creationId="{719C4F30-539A-931B-EF9C-6BCE15D1F799}"/>
          </ac:spMkLst>
        </pc:spChg>
        <pc:spChg chg="add mod">
          <ac:chgData name="Bhoomika Raparthi" userId="3cbae63ffa462a75" providerId="LiveId" clId="{ACE78966-9C15-474F-AD95-9F911334F51C}" dt="2025-04-15T18:38:13.212" v="1438" actId="1076"/>
          <ac:spMkLst>
            <pc:docMk/>
            <pc:sldMk cId="582116630" sldId="274"/>
            <ac:spMk id="108" creationId="{22F4D188-D0D2-4598-E54D-C27522BF3916}"/>
          </ac:spMkLst>
        </pc:spChg>
        <pc:spChg chg="mod">
          <ac:chgData name="Bhoomika Raparthi" userId="3cbae63ffa462a75" providerId="LiveId" clId="{ACE78966-9C15-474F-AD95-9F911334F51C}" dt="2025-04-15T18:43:42.578" v="1490" actId="14100"/>
          <ac:spMkLst>
            <pc:docMk/>
            <pc:sldMk cId="582116630" sldId="274"/>
            <ac:spMk id="109" creationId="{45915C44-B390-0A15-A9F6-4F183387CB65}"/>
          </ac:spMkLst>
        </pc:spChg>
        <pc:spChg chg="add mod">
          <ac:chgData name="Bhoomika Raparthi" userId="3cbae63ffa462a75" providerId="LiveId" clId="{ACE78966-9C15-474F-AD95-9F911334F51C}" dt="2025-04-15T18:39:48.452" v="1452" actId="1076"/>
          <ac:spMkLst>
            <pc:docMk/>
            <pc:sldMk cId="582116630" sldId="274"/>
            <ac:spMk id="111" creationId="{9BA9949D-B7E4-DB1B-64A2-4885E3C7B097}"/>
          </ac:spMkLst>
        </pc:spChg>
        <pc:spChg chg="add mod">
          <ac:chgData name="Bhoomika Raparthi" userId="3cbae63ffa462a75" providerId="LiveId" clId="{ACE78966-9C15-474F-AD95-9F911334F51C}" dt="2025-04-15T18:38:04.598" v="1436" actId="1076"/>
          <ac:spMkLst>
            <pc:docMk/>
            <pc:sldMk cId="582116630" sldId="274"/>
            <ac:spMk id="112" creationId="{FA92E98E-E6A9-8464-A541-2D8F8D028A61}"/>
          </ac:spMkLst>
        </pc:spChg>
        <pc:spChg chg="add mod">
          <ac:chgData name="Bhoomika Raparthi" userId="3cbae63ffa462a75" providerId="LiveId" clId="{ACE78966-9C15-474F-AD95-9F911334F51C}" dt="2025-04-15T18:38:26.073" v="1440" actId="14100"/>
          <ac:spMkLst>
            <pc:docMk/>
            <pc:sldMk cId="582116630" sldId="274"/>
            <ac:spMk id="143" creationId="{1F3B3DA5-93BF-D43E-4EFC-1374C6885A7E}"/>
          </ac:spMkLst>
        </pc:spChg>
        <pc:spChg chg="add mod">
          <ac:chgData name="Bhoomika Raparthi" userId="3cbae63ffa462a75" providerId="LiveId" clId="{ACE78966-9C15-474F-AD95-9F911334F51C}" dt="2025-04-15T18:40:55.838" v="1459"/>
          <ac:spMkLst>
            <pc:docMk/>
            <pc:sldMk cId="582116630" sldId="274"/>
            <ac:spMk id="152" creationId="{C09D158E-222B-45FF-9D81-1CAD4DCB8ABF}"/>
          </ac:spMkLst>
        </pc:spChg>
        <pc:spChg chg="add mod">
          <ac:chgData name="Bhoomika Raparthi" userId="3cbae63ffa462a75" providerId="LiveId" clId="{ACE78966-9C15-474F-AD95-9F911334F51C}" dt="2025-04-15T18:40:55.838" v="1459"/>
          <ac:spMkLst>
            <pc:docMk/>
            <pc:sldMk cId="582116630" sldId="274"/>
            <ac:spMk id="153" creationId="{54DF6A1D-0D87-26CE-E0FC-0689E9A1373D}"/>
          </ac:spMkLst>
        </pc:spChg>
        <pc:spChg chg="add mod">
          <ac:chgData name="Bhoomika Raparthi" userId="3cbae63ffa462a75" providerId="LiveId" clId="{ACE78966-9C15-474F-AD95-9F911334F51C}" dt="2025-04-15T18:40:55.838" v="1459"/>
          <ac:spMkLst>
            <pc:docMk/>
            <pc:sldMk cId="582116630" sldId="274"/>
            <ac:spMk id="154" creationId="{007A18C5-18B5-2577-F78D-A34BBF6AE6BF}"/>
          </ac:spMkLst>
        </pc:spChg>
        <pc:spChg chg="add mod">
          <ac:chgData name="Bhoomika Raparthi" userId="3cbae63ffa462a75" providerId="LiveId" clId="{ACE78966-9C15-474F-AD95-9F911334F51C}" dt="2025-04-15T18:40:55.838" v="1459"/>
          <ac:spMkLst>
            <pc:docMk/>
            <pc:sldMk cId="582116630" sldId="274"/>
            <ac:spMk id="159" creationId="{D7BEACD1-A2F8-8558-2C17-C9CE246078D4}"/>
          </ac:spMkLst>
        </pc:spChg>
        <pc:cxnChg chg="mod">
          <ac:chgData name="Bhoomika Raparthi" userId="3cbae63ffa462a75" providerId="LiveId" clId="{ACE78966-9C15-474F-AD95-9F911334F51C}" dt="2025-04-15T18:44:35.459" v="1496" actId="14100"/>
          <ac:cxnSpMkLst>
            <pc:docMk/>
            <pc:sldMk cId="582116630" sldId="274"/>
            <ac:cxnSpMk id="7" creationId="{CC7C9061-2C7A-D521-232B-AB3743859103}"/>
          </ac:cxnSpMkLst>
        </pc:cxnChg>
        <pc:cxnChg chg="mod">
          <ac:chgData name="Bhoomika Raparthi" userId="3cbae63ffa462a75" providerId="LiveId" clId="{ACE78966-9C15-474F-AD95-9F911334F51C}" dt="2025-04-15T18:19:05.295" v="1270" actId="1076"/>
          <ac:cxnSpMkLst>
            <pc:docMk/>
            <pc:sldMk cId="582116630" sldId="274"/>
            <ac:cxnSpMk id="8" creationId="{6B56ECEC-F790-0EB7-135B-5CB48FC7A4FD}"/>
          </ac:cxnSpMkLst>
        </pc:cxnChg>
        <pc:cxnChg chg="mod">
          <ac:chgData name="Bhoomika Raparthi" userId="3cbae63ffa462a75" providerId="LiveId" clId="{ACE78966-9C15-474F-AD95-9F911334F51C}" dt="2025-04-15T18:45:05.483" v="1501" actId="14100"/>
          <ac:cxnSpMkLst>
            <pc:docMk/>
            <pc:sldMk cId="582116630" sldId="274"/>
            <ac:cxnSpMk id="14" creationId="{F0BBA1AC-A268-459D-418D-6F27C681A3A6}"/>
          </ac:cxnSpMkLst>
        </pc:cxnChg>
        <pc:cxnChg chg="mod">
          <ac:chgData name="Bhoomika Raparthi" userId="3cbae63ffa462a75" providerId="LiveId" clId="{ACE78966-9C15-474F-AD95-9F911334F51C}" dt="2025-04-15T18:43:22.352" v="1484" actId="14100"/>
          <ac:cxnSpMkLst>
            <pc:docMk/>
            <pc:sldMk cId="582116630" sldId="274"/>
            <ac:cxnSpMk id="104" creationId="{713C2997-7F44-07B6-3363-8863462F3F3E}"/>
          </ac:cxnSpMkLst>
        </pc:cxnChg>
        <pc:cxnChg chg="mod">
          <ac:chgData name="Bhoomika Raparthi" userId="3cbae63ffa462a75" providerId="LiveId" clId="{ACE78966-9C15-474F-AD95-9F911334F51C}" dt="2025-04-15T18:43:51.286" v="1491" actId="14100"/>
          <ac:cxnSpMkLst>
            <pc:docMk/>
            <pc:sldMk cId="582116630" sldId="274"/>
            <ac:cxnSpMk id="105" creationId="{CB5A3C1F-F7AB-2D3B-C3C8-2A07C777FA4D}"/>
          </ac:cxnSpMkLst>
        </pc:cxnChg>
        <pc:cxnChg chg="mod">
          <ac:chgData name="Bhoomika Raparthi" userId="3cbae63ffa462a75" providerId="LiveId" clId="{ACE78966-9C15-474F-AD95-9F911334F51C}" dt="2025-04-15T18:43:19.672" v="1483" actId="14100"/>
          <ac:cxnSpMkLst>
            <pc:docMk/>
            <pc:sldMk cId="582116630" sldId="274"/>
            <ac:cxnSpMk id="106" creationId="{28707563-2718-E522-9A29-F275F9E73A85}"/>
          </ac:cxnSpMkLst>
        </pc:cxnChg>
        <pc:cxnChg chg="mod">
          <ac:chgData name="Bhoomika Raparthi" userId="3cbae63ffa462a75" providerId="LiveId" clId="{ACE78966-9C15-474F-AD95-9F911334F51C}" dt="2025-04-15T18:43:33.255" v="1488" actId="14100"/>
          <ac:cxnSpMkLst>
            <pc:docMk/>
            <pc:sldMk cId="582116630" sldId="274"/>
            <ac:cxnSpMk id="110" creationId="{6FD7250A-E237-46B8-78B3-F636F5E30E56}"/>
          </ac:cxnSpMkLst>
        </pc:cxnChg>
        <pc:cxnChg chg="add mod">
          <ac:chgData name="Bhoomika Raparthi" userId="3cbae63ffa462a75" providerId="LiveId" clId="{ACE78966-9C15-474F-AD95-9F911334F51C}" dt="2025-04-15T18:43:04.872" v="1479" actId="14100"/>
          <ac:cxnSpMkLst>
            <pc:docMk/>
            <pc:sldMk cId="582116630" sldId="274"/>
            <ac:cxnSpMk id="122" creationId="{431CC254-0E1A-AD40-92D6-8626EF2FFC14}"/>
          </ac:cxnSpMkLst>
        </pc:cxnChg>
        <pc:cxnChg chg="add mod">
          <ac:chgData name="Bhoomika Raparthi" userId="3cbae63ffa462a75" providerId="LiveId" clId="{ACE78966-9C15-474F-AD95-9F911334F51C}" dt="2025-04-15T18:45:31.856" v="1507" actId="14100"/>
          <ac:cxnSpMkLst>
            <pc:docMk/>
            <pc:sldMk cId="582116630" sldId="274"/>
            <ac:cxnSpMk id="136" creationId="{8CFAEAB7-DA8C-6D63-0941-F7C33F188DA3}"/>
          </ac:cxnSpMkLst>
        </pc:cxnChg>
        <pc:cxnChg chg="mod">
          <ac:chgData name="Bhoomika Raparthi" userId="3cbae63ffa462a75" providerId="LiveId" clId="{ACE78966-9C15-474F-AD95-9F911334F51C}" dt="2025-04-15T18:44:25.663" v="1495" actId="14100"/>
          <ac:cxnSpMkLst>
            <pc:docMk/>
            <pc:sldMk cId="582116630" sldId="274"/>
            <ac:cxnSpMk id="150" creationId="{61433C9A-DF70-9C87-7B52-7E73E546E30C}"/>
          </ac:cxnSpMkLst>
        </pc:cxnChg>
        <pc:cxnChg chg="add mod">
          <ac:chgData name="Bhoomika Raparthi" userId="3cbae63ffa462a75" providerId="LiveId" clId="{ACE78966-9C15-474F-AD95-9F911334F51C}" dt="2025-04-15T18:40:55.838" v="1459"/>
          <ac:cxnSpMkLst>
            <pc:docMk/>
            <pc:sldMk cId="582116630" sldId="274"/>
            <ac:cxnSpMk id="155" creationId="{4E5B67BF-524E-3CEB-2754-12DB81C23880}"/>
          </ac:cxnSpMkLst>
        </pc:cxnChg>
        <pc:cxnChg chg="add mod">
          <ac:chgData name="Bhoomika Raparthi" userId="3cbae63ffa462a75" providerId="LiveId" clId="{ACE78966-9C15-474F-AD95-9F911334F51C}" dt="2025-04-15T18:40:55.838" v="1459"/>
          <ac:cxnSpMkLst>
            <pc:docMk/>
            <pc:sldMk cId="582116630" sldId="274"/>
            <ac:cxnSpMk id="156" creationId="{F62E0227-0CE4-D620-8BAF-ECDD0888BCCF}"/>
          </ac:cxnSpMkLst>
        </pc:cxnChg>
        <pc:cxnChg chg="add mod">
          <ac:chgData name="Bhoomika Raparthi" userId="3cbae63ffa462a75" providerId="LiveId" clId="{ACE78966-9C15-474F-AD95-9F911334F51C}" dt="2025-04-15T18:40:55.838" v="1459"/>
          <ac:cxnSpMkLst>
            <pc:docMk/>
            <pc:sldMk cId="582116630" sldId="274"/>
            <ac:cxnSpMk id="157" creationId="{195510E2-07BA-AFEA-22A7-2DDF4E62816D}"/>
          </ac:cxnSpMkLst>
        </pc:cxnChg>
        <pc:cxnChg chg="add mod">
          <ac:chgData name="Bhoomika Raparthi" userId="3cbae63ffa462a75" providerId="LiveId" clId="{ACE78966-9C15-474F-AD95-9F911334F51C}" dt="2025-04-15T18:40:55.838" v="1459"/>
          <ac:cxnSpMkLst>
            <pc:docMk/>
            <pc:sldMk cId="582116630" sldId="274"/>
            <ac:cxnSpMk id="158" creationId="{6AE38041-8941-8A62-86BA-5CDC1C147256}"/>
          </ac:cxnSpMkLst>
        </pc:cxnChg>
        <pc:cxnChg chg="add mod">
          <ac:chgData name="Bhoomika Raparthi" userId="3cbae63ffa462a75" providerId="LiveId" clId="{ACE78966-9C15-474F-AD95-9F911334F51C}" dt="2025-04-15T18:40:55.838" v="1459"/>
          <ac:cxnSpMkLst>
            <pc:docMk/>
            <pc:sldMk cId="582116630" sldId="274"/>
            <ac:cxnSpMk id="162" creationId="{6CB29304-E875-5285-71E2-DDE5FC4D5111}"/>
          </ac:cxnSpMkLst>
        </pc:cxnChg>
        <pc:cxnChg chg="add mod">
          <ac:chgData name="Bhoomika Raparthi" userId="3cbae63ffa462a75" providerId="LiveId" clId="{ACE78966-9C15-474F-AD95-9F911334F51C}" dt="2025-04-15T18:40:55.838" v="1459"/>
          <ac:cxnSpMkLst>
            <pc:docMk/>
            <pc:sldMk cId="582116630" sldId="274"/>
            <ac:cxnSpMk id="163" creationId="{0E36E4C9-31F3-C144-B3F0-EC62AC414F21}"/>
          </ac:cxnSpMkLst>
        </pc:cxnChg>
        <pc:cxnChg chg="add mod">
          <ac:chgData name="Bhoomika Raparthi" userId="3cbae63ffa462a75" providerId="LiveId" clId="{ACE78966-9C15-474F-AD95-9F911334F51C}" dt="2025-04-15T18:46:19.669" v="1514" actId="14100"/>
          <ac:cxnSpMkLst>
            <pc:docMk/>
            <pc:sldMk cId="582116630" sldId="274"/>
            <ac:cxnSpMk id="205" creationId="{8AAFD21A-E99E-06C4-7850-33767987108F}"/>
          </ac:cxnSpMkLst>
        </pc:cxnChg>
      </pc:sldChg>
      <pc:sldChg chg="modSp mod">
        <pc:chgData name="Bhoomika Raparthi" userId="3cbae63ffa462a75" providerId="LiveId" clId="{ACE78966-9C15-474F-AD95-9F911334F51C}" dt="2025-03-23T13:49:27.742" v="60" actId="14100"/>
        <pc:sldMkLst>
          <pc:docMk/>
          <pc:sldMk cId="2529833565" sldId="279"/>
        </pc:sldMkLst>
      </pc:sldChg>
      <pc:sldChg chg="addSp modSp mod">
        <pc:chgData name="Bhoomika Raparthi" userId="3cbae63ffa462a75" providerId="LiveId" clId="{ACE78966-9C15-474F-AD95-9F911334F51C}" dt="2025-04-05T16:24:50.035" v="124" actId="1076"/>
        <pc:sldMkLst>
          <pc:docMk/>
          <pc:sldMk cId="4271095154" sldId="280"/>
        </pc:sldMkLst>
      </pc:sldChg>
      <pc:sldChg chg="modSp mod">
        <pc:chgData name="Bhoomika Raparthi" userId="3cbae63ffa462a75" providerId="LiveId" clId="{ACE78966-9C15-474F-AD95-9F911334F51C}" dt="2025-03-23T13:22:50.022" v="53" actId="1076"/>
        <pc:sldMkLst>
          <pc:docMk/>
          <pc:sldMk cId="3850631845" sldId="282"/>
        </pc:sldMkLst>
        <pc:spChg chg="mod">
          <ac:chgData name="Bhoomika Raparthi" userId="3cbae63ffa462a75" providerId="LiveId" clId="{ACE78966-9C15-474F-AD95-9F911334F51C}" dt="2025-03-23T13:22:50.022" v="53" actId="1076"/>
          <ac:spMkLst>
            <pc:docMk/>
            <pc:sldMk cId="3850631845" sldId="282"/>
            <ac:spMk id="2" creationId="{119EE1FC-3292-1A38-9F8F-45704A402BC0}"/>
          </ac:spMkLst>
        </pc:spChg>
      </pc:sldChg>
      <pc:sldChg chg="modSp mod">
        <pc:chgData name="Bhoomika Raparthi" userId="3cbae63ffa462a75" providerId="LiveId" clId="{ACE78966-9C15-474F-AD95-9F911334F51C}" dt="2025-04-05T17:03:40.910" v="167" actId="20577"/>
        <pc:sldMkLst>
          <pc:docMk/>
          <pc:sldMk cId="4168203686" sldId="286"/>
        </pc:sldMkLst>
        <pc:spChg chg="mod">
          <ac:chgData name="Bhoomika Raparthi" userId="3cbae63ffa462a75" providerId="LiveId" clId="{ACE78966-9C15-474F-AD95-9F911334F51C}" dt="2025-04-05T17:03:40.910" v="167" actId="20577"/>
          <ac:spMkLst>
            <pc:docMk/>
            <pc:sldMk cId="4168203686" sldId="286"/>
            <ac:spMk id="3" creationId="{72DCB931-620D-3570-5BE3-A464F752B5AD}"/>
          </ac:spMkLst>
        </pc:spChg>
      </pc:sldChg>
      <pc:sldChg chg="addSp delSp modSp mod">
        <pc:chgData name="Bhoomika Raparthi" userId="3cbae63ffa462a75" providerId="LiveId" clId="{ACE78966-9C15-474F-AD95-9F911334F51C}" dt="2025-03-23T12:47:29.498" v="5" actId="14100"/>
        <pc:sldMkLst>
          <pc:docMk/>
          <pc:sldMk cId="1786153864" sldId="287"/>
        </pc:sldMkLst>
        <pc:picChg chg="add mod">
          <ac:chgData name="Bhoomika Raparthi" userId="3cbae63ffa462a75" providerId="LiveId" clId="{ACE78966-9C15-474F-AD95-9F911334F51C}" dt="2025-03-23T12:47:29.498" v="5" actId="14100"/>
          <ac:picMkLst>
            <pc:docMk/>
            <pc:sldMk cId="1786153864" sldId="287"/>
            <ac:picMk id="3" creationId="{3855ADBD-6DF1-68B7-9B50-36E3D96D05A7}"/>
          </ac:picMkLst>
        </pc:picChg>
      </pc:sldChg>
      <pc:sldChg chg="addSp delSp modSp add mod ord">
        <pc:chgData name="Bhoomika Raparthi" userId="3cbae63ffa462a75" providerId="LiveId" clId="{ACE78966-9C15-474F-AD95-9F911334F51C}" dt="2025-04-05T16:48:16.011" v="157" actId="1076"/>
        <pc:sldMkLst>
          <pc:docMk/>
          <pc:sldMk cId="1202687662" sldId="288"/>
        </pc:sldMkLst>
      </pc:sldChg>
      <pc:sldChg chg="new del">
        <pc:chgData name="Bhoomika Raparthi" userId="3cbae63ffa462a75" providerId="LiveId" clId="{ACE78966-9C15-474F-AD95-9F911334F51C}" dt="2025-03-23T13:48:29.377" v="57" actId="2696"/>
        <pc:sldMkLst>
          <pc:docMk/>
          <pc:sldMk cId="2086931606" sldId="288"/>
        </pc:sldMkLst>
      </pc:sldChg>
    </pc:docChg>
  </pc:docChgLst>
  <pc:docChgLst>
    <pc:chgData name="Bhoomika Raparthi" userId="3cbae63ffa462a75" providerId="LiveId" clId="{70380114-5814-4C91-A412-041C921A3CD5}"/>
    <pc:docChg chg="undo redo custSel addSld delSld modSld">
      <pc:chgData name="Bhoomika Raparthi" userId="3cbae63ffa462a75" providerId="LiveId" clId="{70380114-5814-4C91-A412-041C921A3CD5}" dt="2025-04-22T20:38:35.296" v="1462" actId="14100"/>
      <pc:docMkLst>
        <pc:docMk/>
      </pc:docMkLst>
      <pc:sldChg chg="addSp delSp modSp mod">
        <pc:chgData name="Bhoomika Raparthi" userId="3cbae63ffa462a75" providerId="LiveId" clId="{70380114-5814-4C91-A412-041C921A3CD5}" dt="2025-04-22T20:38:35.296" v="1462" actId="14100"/>
        <pc:sldMkLst>
          <pc:docMk/>
          <pc:sldMk cId="753744381" sldId="256"/>
        </pc:sldMkLst>
        <pc:spChg chg="del">
          <ac:chgData name="Bhoomika Raparthi" userId="3cbae63ffa462a75" providerId="LiveId" clId="{70380114-5814-4C91-A412-041C921A3CD5}" dt="2025-04-22T19:02:41.622" v="189" actId="478"/>
          <ac:spMkLst>
            <pc:docMk/>
            <pc:sldMk cId="753744381" sldId="256"/>
            <ac:spMk id="2" creationId="{A6D6D2AD-C26D-0831-65A7-9640292EC0AE}"/>
          </ac:spMkLst>
        </pc:spChg>
        <pc:spChg chg="del">
          <ac:chgData name="Bhoomika Raparthi" userId="3cbae63ffa462a75" providerId="LiveId" clId="{70380114-5814-4C91-A412-041C921A3CD5}" dt="2025-04-22T19:02:41.622" v="189" actId="478"/>
          <ac:spMkLst>
            <pc:docMk/>
            <pc:sldMk cId="753744381" sldId="256"/>
            <ac:spMk id="3" creationId="{5E89D869-94F1-5722-ADBB-418110F19FDF}"/>
          </ac:spMkLst>
        </pc:spChg>
        <pc:spChg chg="del">
          <ac:chgData name="Bhoomika Raparthi" userId="3cbae63ffa462a75" providerId="LiveId" clId="{70380114-5814-4C91-A412-041C921A3CD5}" dt="2025-04-22T19:02:41.622" v="189" actId="478"/>
          <ac:spMkLst>
            <pc:docMk/>
            <pc:sldMk cId="753744381" sldId="256"/>
            <ac:spMk id="4" creationId="{F3740C4A-B35D-7F91-D793-929ED1CA2621}"/>
          </ac:spMkLst>
        </pc:spChg>
        <pc:spChg chg="del">
          <ac:chgData name="Bhoomika Raparthi" userId="3cbae63ffa462a75" providerId="LiveId" clId="{70380114-5814-4C91-A412-041C921A3CD5}" dt="2025-04-22T19:02:41.622" v="189" actId="478"/>
          <ac:spMkLst>
            <pc:docMk/>
            <pc:sldMk cId="753744381" sldId="256"/>
            <ac:spMk id="7" creationId="{FDCEF48D-DD1F-C517-DAB2-50CCD5E1F202}"/>
          </ac:spMkLst>
        </pc:spChg>
        <pc:spChg chg="add mod">
          <ac:chgData name="Bhoomika Raparthi" userId="3cbae63ffa462a75" providerId="LiveId" clId="{70380114-5814-4C91-A412-041C921A3CD5}" dt="2025-04-22T19:02:41.622" v="189" actId="478"/>
          <ac:spMkLst>
            <pc:docMk/>
            <pc:sldMk cId="753744381" sldId="256"/>
            <ac:spMk id="9" creationId="{8D399C46-1B15-7446-4453-CE373CC8D2A4}"/>
          </ac:spMkLst>
        </pc:spChg>
        <pc:spChg chg="add mod">
          <ac:chgData name="Bhoomika Raparthi" userId="3cbae63ffa462a75" providerId="LiveId" clId="{70380114-5814-4C91-A412-041C921A3CD5}" dt="2025-04-22T19:02:41.622" v="189" actId="478"/>
          <ac:spMkLst>
            <pc:docMk/>
            <pc:sldMk cId="753744381" sldId="256"/>
            <ac:spMk id="11" creationId="{00BBB9BA-CDD1-A238-C756-CD6C1C56CEFE}"/>
          </ac:spMkLst>
        </pc:spChg>
        <pc:spChg chg="add mod">
          <ac:chgData name="Bhoomika Raparthi" userId="3cbae63ffa462a75" providerId="LiveId" clId="{70380114-5814-4C91-A412-041C921A3CD5}" dt="2025-04-22T20:37:42.856" v="1460" actId="255"/>
          <ac:spMkLst>
            <pc:docMk/>
            <pc:sldMk cId="753744381" sldId="256"/>
            <ac:spMk id="14" creationId="{A8633FEC-0223-EC6A-F6C0-2F265C4D0715}"/>
          </ac:spMkLst>
        </pc:spChg>
        <pc:spChg chg="del">
          <ac:chgData name="Bhoomika Raparthi" userId="3cbae63ffa462a75" providerId="LiveId" clId="{70380114-5814-4C91-A412-041C921A3CD5}" dt="2025-04-22T19:02:41.622" v="189" actId="478"/>
          <ac:spMkLst>
            <pc:docMk/>
            <pc:sldMk cId="753744381" sldId="256"/>
            <ac:spMk id="15" creationId="{1E6C4202-BCEA-A5DE-071D-44CC15CF57B6}"/>
          </ac:spMkLst>
        </pc:spChg>
        <pc:spChg chg="del">
          <ac:chgData name="Bhoomika Raparthi" userId="3cbae63ffa462a75" providerId="LiveId" clId="{70380114-5814-4C91-A412-041C921A3CD5}" dt="2025-04-22T19:02:41.622" v="189" actId="478"/>
          <ac:spMkLst>
            <pc:docMk/>
            <pc:sldMk cId="753744381" sldId="256"/>
            <ac:spMk id="17" creationId="{BD91DA3A-6F5F-B141-FA61-FF5C8E1FF748}"/>
          </ac:spMkLst>
        </pc:spChg>
        <pc:picChg chg="del mod">
          <ac:chgData name="Bhoomika Raparthi" userId="3cbae63ffa462a75" providerId="LiveId" clId="{70380114-5814-4C91-A412-041C921A3CD5}" dt="2025-04-22T19:02:41.622" v="189" actId="478"/>
          <ac:picMkLst>
            <pc:docMk/>
            <pc:sldMk cId="753744381" sldId="256"/>
            <ac:picMk id="6" creationId="{227A0542-873C-719D-21DA-F5E74359DFF1}"/>
          </ac:picMkLst>
        </pc:picChg>
        <pc:picChg chg="del">
          <ac:chgData name="Bhoomika Raparthi" userId="3cbae63ffa462a75" providerId="LiveId" clId="{70380114-5814-4C91-A412-041C921A3CD5}" dt="2025-04-22T19:02:41.622" v="189" actId="478"/>
          <ac:picMkLst>
            <pc:docMk/>
            <pc:sldMk cId="753744381" sldId="256"/>
            <ac:picMk id="8" creationId="{BB902CFD-4D8C-9F99-B9D6-E9A3DD6B6D50}"/>
          </ac:picMkLst>
        </pc:picChg>
        <pc:picChg chg="add mod">
          <ac:chgData name="Bhoomika Raparthi" userId="3cbae63ffa462a75" providerId="LiveId" clId="{70380114-5814-4C91-A412-041C921A3CD5}" dt="2025-04-22T20:38:35.296" v="1462" actId="14100"/>
          <ac:picMkLst>
            <pc:docMk/>
            <pc:sldMk cId="753744381" sldId="256"/>
            <ac:picMk id="13" creationId="{467C8A6E-A4D8-D47B-ECB9-32BD40AE68B6}"/>
          </ac:picMkLst>
        </pc:picChg>
        <pc:picChg chg="add del mod">
          <ac:chgData name="Bhoomika Raparthi" userId="3cbae63ffa462a75" providerId="LiveId" clId="{70380114-5814-4C91-A412-041C921A3CD5}" dt="2025-04-22T19:10:22.849" v="226" actId="478"/>
          <ac:picMkLst>
            <pc:docMk/>
            <pc:sldMk cId="753744381" sldId="256"/>
            <ac:picMk id="16" creationId="{5942E916-8475-08DA-16F4-13A732CCDE28}"/>
          </ac:picMkLst>
        </pc:picChg>
        <pc:picChg chg="add mod">
          <ac:chgData name="Bhoomika Raparthi" userId="3cbae63ffa462a75" providerId="LiveId" clId="{70380114-5814-4C91-A412-041C921A3CD5}" dt="2025-04-22T20:36:45.297" v="1454" actId="1076"/>
          <ac:picMkLst>
            <pc:docMk/>
            <pc:sldMk cId="753744381" sldId="256"/>
            <ac:picMk id="18" creationId="{777D7BD9-FDF9-C1C3-72C6-A4C00F6A12E2}"/>
          </ac:picMkLst>
        </pc:picChg>
      </pc:sldChg>
      <pc:sldChg chg="delSp mod">
        <pc:chgData name="Bhoomika Raparthi" userId="3cbae63ffa462a75" providerId="LiveId" clId="{70380114-5814-4C91-A412-041C921A3CD5}" dt="2025-04-22T20:20:52.784" v="1172" actId="478"/>
        <pc:sldMkLst>
          <pc:docMk/>
          <pc:sldMk cId="2065436942" sldId="260"/>
        </pc:sldMkLst>
        <pc:spChg chg="del">
          <ac:chgData name="Bhoomika Raparthi" userId="3cbae63ffa462a75" providerId="LiveId" clId="{70380114-5814-4C91-A412-041C921A3CD5}" dt="2025-04-22T20:20:52.784" v="1172" actId="478"/>
          <ac:spMkLst>
            <pc:docMk/>
            <pc:sldMk cId="2065436942" sldId="260"/>
            <ac:spMk id="4" creationId="{53CCBFA2-AAD8-3B72-CEF0-E17D8DB4B880}"/>
          </ac:spMkLst>
        </pc:spChg>
      </pc:sldChg>
      <pc:sldChg chg="delSp mod">
        <pc:chgData name="Bhoomika Raparthi" userId="3cbae63ffa462a75" providerId="LiveId" clId="{70380114-5814-4C91-A412-041C921A3CD5}" dt="2025-04-22T20:20:49.924" v="1171" actId="478"/>
        <pc:sldMkLst>
          <pc:docMk/>
          <pc:sldMk cId="1735366403" sldId="262"/>
        </pc:sldMkLst>
        <pc:spChg chg="del">
          <ac:chgData name="Bhoomika Raparthi" userId="3cbae63ffa462a75" providerId="LiveId" clId="{70380114-5814-4C91-A412-041C921A3CD5}" dt="2025-04-22T20:20:49.924" v="1171" actId="478"/>
          <ac:spMkLst>
            <pc:docMk/>
            <pc:sldMk cId="1735366403" sldId="262"/>
            <ac:spMk id="4" creationId="{31FE3102-095E-70B6-6588-D7622D583B56}"/>
          </ac:spMkLst>
        </pc:spChg>
      </pc:sldChg>
      <pc:sldChg chg="modSp del">
        <pc:chgData name="Bhoomika Raparthi" userId="3cbae63ffa462a75" providerId="LiveId" clId="{70380114-5814-4C91-A412-041C921A3CD5}" dt="2025-04-20T16:19:29.769" v="70" actId="2696"/>
        <pc:sldMkLst>
          <pc:docMk/>
          <pc:sldMk cId="1179714735" sldId="264"/>
        </pc:sldMkLst>
      </pc:sldChg>
      <pc:sldChg chg="delSp modSp mod">
        <pc:chgData name="Bhoomika Raparthi" userId="3cbae63ffa462a75" providerId="LiveId" clId="{70380114-5814-4C91-A412-041C921A3CD5}" dt="2025-04-22T20:20:55.316" v="1173" actId="478"/>
        <pc:sldMkLst>
          <pc:docMk/>
          <pc:sldMk cId="3408292087" sldId="266"/>
        </pc:sldMkLst>
        <pc:spChg chg="del">
          <ac:chgData name="Bhoomika Raparthi" userId="3cbae63ffa462a75" providerId="LiveId" clId="{70380114-5814-4C91-A412-041C921A3CD5}" dt="2025-04-22T20:20:55.316" v="1173" actId="478"/>
          <ac:spMkLst>
            <pc:docMk/>
            <pc:sldMk cId="3408292087" sldId="266"/>
            <ac:spMk id="4" creationId="{CE664195-3517-CFC9-AB65-669B8B7DFA9D}"/>
          </ac:spMkLst>
        </pc:spChg>
        <pc:spChg chg="mod">
          <ac:chgData name="Bhoomika Raparthi" userId="3cbae63ffa462a75" providerId="LiveId" clId="{70380114-5814-4C91-A412-041C921A3CD5}" dt="2025-04-21T19:00:58.082" v="185" actId="1076"/>
          <ac:spMkLst>
            <pc:docMk/>
            <pc:sldMk cId="3408292087" sldId="266"/>
            <ac:spMk id="107" creationId="{2B9D75B6-2F16-442F-7EBC-6E466183FC8F}"/>
          </ac:spMkLst>
        </pc:spChg>
        <pc:spChg chg="mod">
          <ac:chgData name="Bhoomika Raparthi" userId="3cbae63ffa462a75" providerId="LiveId" clId="{70380114-5814-4C91-A412-041C921A3CD5}" dt="2025-04-21T19:00:51.060" v="183" actId="1076"/>
          <ac:spMkLst>
            <pc:docMk/>
            <pc:sldMk cId="3408292087" sldId="266"/>
            <ac:spMk id="123" creationId="{F84E4EC6-BD7F-EE6F-112A-3CAAC2E77785}"/>
          </ac:spMkLst>
        </pc:spChg>
        <pc:cxnChg chg="mod">
          <ac:chgData name="Bhoomika Raparthi" userId="3cbae63ffa462a75" providerId="LiveId" clId="{70380114-5814-4C91-A412-041C921A3CD5}" dt="2025-04-21T19:00:51.060" v="183" actId="1076"/>
          <ac:cxnSpMkLst>
            <pc:docMk/>
            <pc:sldMk cId="3408292087" sldId="266"/>
            <ac:cxnSpMk id="105" creationId="{27EA2AEA-1D79-643E-E475-493D9D2E4739}"/>
          </ac:cxnSpMkLst>
        </pc:cxnChg>
        <pc:cxnChg chg="mod">
          <ac:chgData name="Bhoomika Raparthi" userId="3cbae63ffa462a75" providerId="LiveId" clId="{70380114-5814-4C91-A412-041C921A3CD5}" dt="2025-04-21T19:01:06.692" v="187" actId="14100"/>
          <ac:cxnSpMkLst>
            <pc:docMk/>
            <pc:sldMk cId="3408292087" sldId="266"/>
            <ac:cxnSpMk id="114" creationId="{1B1486F7-69FD-8E08-3D55-000DFA743027}"/>
          </ac:cxnSpMkLst>
        </pc:cxnChg>
        <pc:cxnChg chg="mod">
          <ac:chgData name="Bhoomika Raparthi" userId="3cbae63ffa462a75" providerId="LiveId" clId="{70380114-5814-4C91-A412-041C921A3CD5}" dt="2025-04-21T19:00:51.060" v="183" actId="1076"/>
          <ac:cxnSpMkLst>
            <pc:docMk/>
            <pc:sldMk cId="3408292087" sldId="266"/>
            <ac:cxnSpMk id="120" creationId="{C32D7C5A-D50F-8C61-3A1C-516DC18892FB}"/>
          </ac:cxnSpMkLst>
        </pc:cxnChg>
      </pc:sldChg>
      <pc:sldChg chg="delSp modSp mod">
        <pc:chgData name="Bhoomika Raparthi" userId="3cbae63ffa462a75" providerId="LiveId" clId="{70380114-5814-4C91-A412-041C921A3CD5}" dt="2025-04-22T20:21:47.749" v="1189" actId="14100"/>
        <pc:sldMkLst>
          <pc:docMk/>
          <pc:sldMk cId="1602148874" sldId="267"/>
        </pc:sldMkLst>
        <pc:spChg chg="del">
          <ac:chgData name="Bhoomika Raparthi" userId="3cbae63ffa462a75" providerId="LiveId" clId="{70380114-5814-4C91-A412-041C921A3CD5}" dt="2025-04-22T20:21:38.617" v="1188" actId="478"/>
          <ac:spMkLst>
            <pc:docMk/>
            <pc:sldMk cId="1602148874" sldId="267"/>
            <ac:spMk id="4" creationId="{B091EF2E-356D-0AE3-FF3C-11F2A88E5E54}"/>
          </ac:spMkLst>
        </pc:spChg>
        <pc:picChg chg="mod">
          <ac:chgData name="Bhoomika Raparthi" userId="3cbae63ffa462a75" providerId="LiveId" clId="{70380114-5814-4C91-A412-041C921A3CD5}" dt="2025-04-22T20:21:47.749" v="1189" actId="14100"/>
          <ac:picMkLst>
            <pc:docMk/>
            <pc:sldMk cId="1602148874" sldId="267"/>
            <ac:picMk id="1026" creationId="{745F0E6B-9F1D-1887-434B-AE610B6F5E03}"/>
          </ac:picMkLst>
        </pc:picChg>
      </pc:sldChg>
      <pc:sldChg chg="delSp mod">
        <pc:chgData name="Bhoomika Raparthi" userId="3cbae63ffa462a75" providerId="LiveId" clId="{70380114-5814-4C91-A412-041C921A3CD5}" dt="2025-04-22T20:20:38.305" v="1167" actId="478"/>
        <pc:sldMkLst>
          <pc:docMk/>
          <pc:sldMk cId="455911131" sldId="269"/>
        </pc:sldMkLst>
        <pc:spChg chg="del">
          <ac:chgData name="Bhoomika Raparthi" userId="3cbae63ffa462a75" providerId="LiveId" clId="{70380114-5814-4C91-A412-041C921A3CD5}" dt="2025-04-22T20:20:38.305" v="1167" actId="478"/>
          <ac:spMkLst>
            <pc:docMk/>
            <pc:sldMk cId="455911131" sldId="269"/>
            <ac:spMk id="4" creationId="{EFDD73C9-7713-E439-91DA-767294940682}"/>
          </ac:spMkLst>
        </pc:spChg>
      </pc:sldChg>
      <pc:sldChg chg="addSp delSp modSp mod">
        <pc:chgData name="Bhoomika Raparthi" userId="3cbae63ffa462a75" providerId="LiveId" clId="{70380114-5814-4C91-A412-041C921A3CD5}" dt="2025-04-22T20:32:17.579" v="1406" actId="14734"/>
        <pc:sldMkLst>
          <pc:docMk/>
          <pc:sldMk cId="2863255648" sldId="270"/>
        </pc:sldMkLst>
        <pc:spChg chg="del">
          <ac:chgData name="Bhoomika Raparthi" userId="3cbae63ffa462a75" providerId="LiveId" clId="{70380114-5814-4C91-A412-041C921A3CD5}" dt="2025-04-22T20:20:44.153" v="1169" actId="478"/>
          <ac:spMkLst>
            <pc:docMk/>
            <pc:sldMk cId="2863255648" sldId="270"/>
            <ac:spMk id="4" creationId="{BAAE0FEE-9464-9084-D545-8D6DA59BB6EE}"/>
          </ac:spMkLst>
        </pc:spChg>
        <pc:graphicFrameChg chg="add mod modGraphic">
          <ac:chgData name="Bhoomika Raparthi" userId="3cbae63ffa462a75" providerId="LiveId" clId="{70380114-5814-4C91-A412-041C921A3CD5}" dt="2025-04-22T20:32:17.579" v="1406" actId="14734"/>
          <ac:graphicFrameMkLst>
            <pc:docMk/>
            <pc:sldMk cId="2863255648" sldId="270"/>
            <ac:graphicFrameMk id="5" creationId="{0F6E7903-1148-5245-3950-E2395704FE5C}"/>
          </ac:graphicFrameMkLst>
        </pc:graphicFrameChg>
      </pc:sldChg>
      <pc:sldChg chg="delSp modSp mod">
        <pc:chgData name="Bhoomika Raparthi" userId="3cbae63ffa462a75" providerId="LiveId" clId="{70380114-5814-4C91-A412-041C921A3CD5}" dt="2025-04-22T20:32:47.669" v="1417" actId="20577"/>
        <pc:sldMkLst>
          <pc:docMk/>
          <pc:sldMk cId="2116629983" sldId="271"/>
        </pc:sldMkLst>
        <pc:spChg chg="mod">
          <ac:chgData name="Bhoomika Raparthi" userId="3cbae63ffa462a75" providerId="LiveId" clId="{70380114-5814-4C91-A412-041C921A3CD5}" dt="2025-04-22T20:32:47.669" v="1417" actId="20577"/>
          <ac:spMkLst>
            <pc:docMk/>
            <pc:sldMk cId="2116629983" sldId="271"/>
            <ac:spMk id="3" creationId="{1EBFCFE5-3C68-3878-FB65-6CB644FCFE5F}"/>
          </ac:spMkLst>
        </pc:spChg>
        <pc:spChg chg="del">
          <ac:chgData name="Bhoomika Raparthi" userId="3cbae63ffa462a75" providerId="LiveId" clId="{70380114-5814-4C91-A412-041C921A3CD5}" dt="2025-04-22T20:20:41.067" v="1168" actId="478"/>
          <ac:spMkLst>
            <pc:docMk/>
            <pc:sldMk cId="2116629983" sldId="271"/>
            <ac:spMk id="4" creationId="{F01E80C9-034B-02F9-5344-3F5BD7702234}"/>
          </ac:spMkLst>
        </pc:spChg>
      </pc:sldChg>
      <pc:sldChg chg="delSp mod">
        <pc:chgData name="Bhoomika Raparthi" userId="3cbae63ffa462a75" providerId="LiveId" clId="{70380114-5814-4C91-A412-041C921A3CD5}" dt="2025-04-22T20:20:58.290" v="1174" actId="478"/>
        <pc:sldMkLst>
          <pc:docMk/>
          <pc:sldMk cId="3751592746" sldId="272"/>
        </pc:sldMkLst>
        <pc:spChg chg="del">
          <ac:chgData name="Bhoomika Raparthi" userId="3cbae63ffa462a75" providerId="LiveId" clId="{70380114-5814-4C91-A412-041C921A3CD5}" dt="2025-04-22T20:20:58.290" v="1174" actId="478"/>
          <ac:spMkLst>
            <pc:docMk/>
            <pc:sldMk cId="3751592746" sldId="272"/>
            <ac:spMk id="4" creationId="{E9A663E9-233A-66AF-8369-90147D266AF6}"/>
          </ac:spMkLst>
        </pc:spChg>
      </pc:sldChg>
      <pc:sldChg chg="delSp mod">
        <pc:chgData name="Bhoomika Raparthi" userId="3cbae63ffa462a75" providerId="LiveId" clId="{70380114-5814-4C91-A412-041C921A3CD5}" dt="2025-04-22T20:21:00.743" v="1175" actId="478"/>
        <pc:sldMkLst>
          <pc:docMk/>
          <pc:sldMk cId="3696149897" sldId="273"/>
        </pc:sldMkLst>
        <pc:spChg chg="del">
          <ac:chgData name="Bhoomika Raparthi" userId="3cbae63ffa462a75" providerId="LiveId" clId="{70380114-5814-4C91-A412-041C921A3CD5}" dt="2025-04-22T20:21:00.743" v="1175" actId="478"/>
          <ac:spMkLst>
            <pc:docMk/>
            <pc:sldMk cId="3696149897" sldId="273"/>
            <ac:spMk id="4" creationId="{1EDDB188-0F40-9F37-9D01-89032BEF3A15}"/>
          </ac:spMkLst>
        </pc:spChg>
      </pc:sldChg>
      <pc:sldChg chg="delSp mod">
        <pc:chgData name="Bhoomika Raparthi" userId="3cbae63ffa462a75" providerId="LiveId" clId="{70380114-5814-4C91-A412-041C921A3CD5}" dt="2025-04-22T20:21:03.453" v="1176" actId="478"/>
        <pc:sldMkLst>
          <pc:docMk/>
          <pc:sldMk cId="582116630" sldId="274"/>
        </pc:sldMkLst>
        <pc:spChg chg="del">
          <ac:chgData name="Bhoomika Raparthi" userId="3cbae63ffa462a75" providerId="LiveId" clId="{70380114-5814-4C91-A412-041C921A3CD5}" dt="2025-04-22T20:21:03.453" v="1176" actId="478"/>
          <ac:spMkLst>
            <pc:docMk/>
            <pc:sldMk cId="582116630" sldId="274"/>
            <ac:spMk id="4" creationId="{932B3E93-2F25-18C6-D8F5-B662031386DD}"/>
          </ac:spMkLst>
        </pc:spChg>
      </pc:sldChg>
      <pc:sldChg chg="addSp delSp modSp mod">
        <pc:chgData name="Bhoomika Raparthi" userId="3cbae63ffa462a75" providerId="LiveId" clId="{70380114-5814-4C91-A412-041C921A3CD5}" dt="2025-04-22T20:29:24.422" v="1397" actId="20577"/>
        <pc:sldMkLst>
          <pc:docMk/>
          <pc:sldMk cId="160377793" sldId="276"/>
        </pc:sldMkLst>
        <pc:spChg chg="del">
          <ac:chgData name="Bhoomika Raparthi" userId="3cbae63ffa462a75" providerId="LiveId" clId="{70380114-5814-4C91-A412-041C921A3CD5}" dt="2025-04-22T20:21:06.237" v="1177" actId="478"/>
          <ac:spMkLst>
            <pc:docMk/>
            <pc:sldMk cId="160377793" sldId="276"/>
            <ac:spMk id="4" creationId="{22F87AD9-A8D8-ADF0-E400-DB6E14C19477}"/>
          </ac:spMkLst>
        </pc:spChg>
        <pc:spChg chg="mod">
          <ac:chgData name="Bhoomika Raparthi" userId="3cbae63ffa462a75" providerId="LiveId" clId="{70380114-5814-4C91-A412-041C921A3CD5}" dt="2025-04-22T20:29:24.422" v="1397" actId="20577"/>
          <ac:spMkLst>
            <pc:docMk/>
            <pc:sldMk cId="160377793" sldId="276"/>
            <ac:spMk id="20" creationId="{3959B597-C584-CB56-831B-03966EECBBE1}"/>
          </ac:spMkLst>
        </pc:spChg>
        <pc:picChg chg="add mod">
          <ac:chgData name="Bhoomika Raparthi" userId="3cbae63ffa462a75" providerId="LiveId" clId="{70380114-5814-4C91-A412-041C921A3CD5}" dt="2025-04-22T19:40:21.599" v="625" actId="14100"/>
          <ac:picMkLst>
            <pc:docMk/>
            <pc:sldMk cId="160377793" sldId="276"/>
            <ac:picMk id="5" creationId="{6A6F0055-262B-525A-2EE7-7E6000F4B592}"/>
          </ac:picMkLst>
        </pc:picChg>
        <pc:picChg chg="del">
          <ac:chgData name="Bhoomika Raparthi" userId="3cbae63ffa462a75" providerId="LiveId" clId="{70380114-5814-4C91-A412-041C921A3CD5}" dt="2025-04-22T19:40:00.255" v="621" actId="478"/>
          <ac:picMkLst>
            <pc:docMk/>
            <pc:sldMk cId="160377793" sldId="276"/>
            <ac:picMk id="26" creationId="{1CF4916B-F66F-77AB-AE45-3CDB4755D1FE}"/>
          </ac:picMkLst>
        </pc:picChg>
      </pc:sldChg>
      <pc:sldChg chg="addSp delSp modSp mod">
        <pc:chgData name="Bhoomika Raparthi" userId="3cbae63ffa462a75" providerId="LiveId" clId="{70380114-5814-4C91-A412-041C921A3CD5}" dt="2025-04-22T20:21:08.438" v="1178" actId="478"/>
        <pc:sldMkLst>
          <pc:docMk/>
          <pc:sldMk cId="3002863986" sldId="277"/>
        </pc:sldMkLst>
        <pc:spChg chg="del">
          <ac:chgData name="Bhoomika Raparthi" userId="3cbae63ffa462a75" providerId="LiveId" clId="{70380114-5814-4C91-A412-041C921A3CD5}" dt="2025-04-22T20:21:08.438" v="1178" actId="478"/>
          <ac:spMkLst>
            <pc:docMk/>
            <pc:sldMk cId="3002863986" sldId="277"/>
            <ac:spMk id="4" creationId="{D75B3932-8F9C-60A6-4C63-8D9EDA7F28C9}"/>
          </ac:spMkLst>
        </pc:spChg>
        <pc:spChg chg="mod">
          <ac:chgData name="Bhoomika Raparthi" userId="3cbae63ffa462a75" providerId="LiveId" clId="{70380114-5814-4C91-A412-041C921A3CD5}" dt="2025-04-22T20:00:05.100" v="759" actId="14100"/>
          <ac:spMkLst>
            <pc:docMk/>
            <pc:sldMk cId="3002863986" sldId="277"/>
            <ac:spMk id="11" creationId="{84607F0F-4964-744B-9C31-73C18FC27736}"/>
          </ac:spMkLst>
        </pc:spChg>
        <pc:picChg chg="add del mod">
          <ac:chgData name="Bhoomika Raparthi" userId="3cbae63ffa462a75" providerId="LiveId" clId="{70380114-5814-4C91-A412-041C921A3CD5}" dt="2025-04-22T19:49:11.191" v="636" actId="478"/>
          <ac:picMkLst>
            <pc:docMk/>
            <pc:sldMk cId="3002863986" sldId="277"/>
            <ac:picMk id="5" creationId="{9491D121-128A-23D5-6175-0E6717BFD4DA}"/>
          </ac:picMkLst>
        </pc:picChg>
        <pc:picChg chg="add mod">
          <ac:chgData name="Bhoomika Raparthi" userId="3cbae63ffa462a75" providerId="LiveId" clId="{70380114-5814-4C91-A412-041C921A3CD5}" dt="2025-04-22T19:50:16.167" v="649" actId="1076"/>
          <ac:picMkLst>
            <pc:docMk/>
            <pc:sldMk cId="3002863986" sldId="277"/>
            <ac:picMk id="9" creationId="{F80CFC4C-0BF5-26BF-B7C2-94B2391B85A4}"/>
          </ac:picMkLst>
        </pc:picChg>
        <pc:picChg chg="del mod">
          <ac:chgData name="Bhoomika Raparthi" userId="3cbae63ffa462a75" providerId="LiveId" clId="{70380114-5814-4C91-A412-041C921A3CD5}" dt="2025-04-22T19:49:49.993" v="643" actId="478"/>
          <ac:picMkLst>
            <pc:docMk/>
            <pc:sldMk cId="3002863986" sldId="277"/>
            <ac:picMk id="13" creationId="{73BFAE89-1C26-DE9C-0B61-CBEAFD7E330D}"/>
          </ac:picMkLst>
        </pc:picChg>
      </pc:sldChg>
      <pc:sldChg chg="addSp delSp modSp mod">
        <pc:chgData name="Bhoomika Raparthi" userId="3cbae63ffa462a75" providerId="LiveId" clId="{70380114-5814-4C91-A412-041C921A3CD5}" dt="2025-04-22T20:21:10.727" v="1179" actId="478"/>
        <pc:sldMkLst>
          <pc:docMk/>
          <pc:sldMk cId="3138792793" sldId="278"/>
        </pc:sldMkLst>
        <pc:spChg chg="del">
          <ac:chgData name="Bhoomika Raparthi" userId="3cbae63ffa462a75" providerId="LiveId" clId="{70380114-5814-4C91-A412-041C921A3CD5}" dt="2025-04-22T20:21:10.727" v="1179" actId="478"/>
          <ac:spMkLst>
            <pc:docMk/>
            <pc:sldMk cId="3138792793" sldId="278"/>
            <ac:spMk id="4" creationId="{D34EBB12-6D59-A981-F129-5B5D43D8793D}"/>
          </ac:spMkLst>
        </pc:spChg>
        <pc:spChg chg="mod">
          <ac:chgData name="Bhoomika Raparthi" userId="3cbae63ffa462a75" providerId="LiveId" clId="{70380114-5814-4C91-A412-041C921A3CD5}" dt="2025-04-22T20:18:00.568" v="1163" actId="14100"/>
          <ac:spMkLst>
            <pc:docMk/>
            <pc:sldMk cId="3138792793" sldId="278"/>
            <ac:spMk id="7" creationId="{22785C08-CBCA-D77A-DD53-E045663522B8}"/>
          </ac:spMkLst>
        </pc:spChg>
        <pc:picChg chg="add mod">
          <ac:chgData name="Bhoomika Raparthi" userId="3cbae63ffa462a75" providerId="LiveId" clId="{70380114-5814-4C91-A412-041C921A3CD5}" dt="2025-04-22T20:00:31.934" v="760" actId="14100"/>
          <ac:picMkLst>
            <pc:docMk/>
            <pc:sldMk cId="3138792793" sldId="278"/>
            <ac:picMk id="5" creationId="{B337C346-D7E4-1306-3C6B-6BA7C19F36F6}"/>
          </ac:picMkLst>
        </pc:picChg>
        <pc:picChg chg="del">
          <ac:chgData name="Bhoomika Raparthi" userId="3cbae63ffa462a75" providerId="LiveId" clId="{70380114-5814-4C91-A412-041C921A3CD5}" dt="2025-04-22T19:52:16.612" v="656" actId="478"/>
          <ac:picMkLst>
            <pc:docMk/>
            <pc:sldMk cId="3138792793" sldId="278"/>
            <ac:picMk id="14" creationId="{EF929897-A967-D108-12B4-4DF251A3C70C}"/>
          </ac:picMkLst>
        </pc:picChg>
      </pc:sldChg>
      <pc:sldChg chg="addSp delSp modSp mod">
        <pc:chgData name="Bhoomika Raparthi" userId="3cbae63ffa462a75" providerId="LiveId" clId="{70380114-5814-4C91-A412-041C921A3CD5}" dt="2025-04-22T20:21:16.651" v="1181" actId="478"/>
        <pc:sldMkLst>
          <pc:docMk/>
          <pc:sldMk cId="2529833565" sldId="279"/>
        </pc:sldMkLst>
        <pc:spChg chg="del mod">
          <ac:chgData name="Bhoomika Raparthi" userId="3cbae63ffa462a75" providerId="LiveId" clId="{70380114-5814-4C91-A412-041C921A3CD5}" dt="2025-04-22T20:21:16.651" v="1181" actId="478"/>
          <ac:spMkLst>
            <pc:docMk/>
            <pc:sldMk cId="2529833565" sldId="279"/>
            <ac:spMk id="4" creationId="{1747D86E-AFF1-CD82-32A0-67AEF7B2D924}"/>
          </ac:spMkLst>
        </pc:spChg>
        <pc:spChg chg="mod">
          <ac:chgData name="Bhoomika Raparthi" userId="3cbae63ffa462a75" providerId="LiveId" clId="{70380114-5814-4C91-A412-041C921A3CD5}" dt="2025-04-22T20:17:42.535" v="1162" actId="14100"/>
          <ac:spMkLst>
            <pc:docMk/>
            <pc:sldMk cId="2529833565" sldId="279"/>
            <ac:spMk id="5" creationId="{70F521C8-8FE1-73FD-F85B-0610EA4C9022}"/>
          </ac:spMkLst>
        </pc:spChg>
        <pc:picChg chg="add mod">
          <ac:chgData name="Bhoomika Raparthi" userId="3cbae63ffa462a75" providerId="LiveId" clId="{70380114-5814-4C91-A412-041C921A3CD5}" dt="2025-04-22T20:00:42.848" v="761" actId="1076"/>
          <ac:picMkLst>
            <pc:docMk/>
            <pc:sldMk cId="2529833565" sldId="279"/>
            <ac:picMk id="7" creationId="{79CB68AF-B6E8-3EED-05A5-21E316AA5A04}"/>
          </ac:picMkLst>
        </pc:picChg>
        <pc:picChg chg="del">
          <ac:chgData name="Bhoomika Raparthi" userId="3cbae63ffa462a75" providerId="LiveId" clId="{70380114-5814-4C91-A412-041C921A3CD5}" dt="2025-04-22T19:55:51.550" v="683" actId="478"/>
          <ac:picMkLst>
            <pc:docMk/>
            <pc:sldMk cId="2529833565" sldId="279"/>
            <ac:picMk id="9" creationId="{005F6D1F-1DB9-6DF5-6DDC-69514497D9EE}"/>
          </ac:picMkLst>
        </pc:picChg>
        <pc:picChg chg="del">
          <ac:chgData name="Bhoomika Raparthi" userId="3cbae63ffa462a75" providerId="LiveId" clId="{70380114-5814-4C91-A412-041C921A3CD5}" dt="2025-04-22T19:55:53.576" v="684" actId="478"/>
          <ac:picMkLst>
            <pc:docMk/>
            <pc:sldMk cId="2529833565" sldId="279"/>
            <ac:picMk id="11" creationId="{1BC6AB06-9014-3A53-F145-47748F5461B8}"/>
          </ac:picMkLst>
        </pc:picChg>
      </pc:sldChg>
      <pc:sldChg chg="addSp delSp modSp mod">
        <pc:chgData name="Bhoomika Raparthi" userId="3cbae63ffa462a75" providerId="LiveId" clId="{70380114-5814-4C91-A412-041C921A3CD5}" dt="2025-04-22T20:21:23.148" v="1183" actId="478"/>
        <pc:sldMkLst>
          <pc:docMk/>
          <pc:sldMk cId="4271095154" sldId="280"/>
        </pc:sldMkLst>
        <pc:spChg chg="del">
          <ac:chgData name="Bhoomika Raparthi" userId="3cbae63ffa462a75" providerId="LiveId" clId="{70380114-5814-4C91-A412-041C921A3CD5}" dt="2025-04-22T20:21:23.148" v="1183" actId="478"/>
          <ac:spMkLst>
            <pc:docMk/>
            <pc:sldMk cId="4271095154" sldId="280"/>
            <ac:spMk id="4" creationId="{AA329BA2-C05E-DE8E-CB73-BBB1A916AB9A}"/>
          </ac:spMkLst>
        </pc:spChg>
        <pc:picChg chg="add mod">
          <ac:chgData name="Bhoomika Raparthi" userId="3cbae63ffa462a75" providerId="LiveId" clId="{70380114-5814-4C91-A412-041C921A3CD5}" dt="2025-04-20T16:20:59.875" v="79" actId="14100"/>
          <ac:picMkLst>
            <pc:docMk/>
            <pc:sldMk cId="4271095154" sldId="280"/>
            <ac:picMk id="5" creationId="{31CBC9F2-3987-6F4D-EB6C-4810ADBFF405}"/>
          </ac:picMkLst>
        </pc:picChg>
      </pc:sldChg>
      <pc:sldChg chg="addSp delSp modSp mod">
        <pc:chgData name="Bhoomika Raparthi" userId="3cbae63ffa462a75" providerId="LiveId" clId="{70380114-5814-4C91-A412-041C921A3CD5}" dt="2025-04-22T20:21:27.941" v="1185" actId="478"/>
        <pc:sldMkLst>
          <pc:docMk/>
          <pc:sldMk cId="127965172" sldId="281"/>
        </pc:sldMkLst>
        <pc:spChg chg="del">
          <ac:chgData name="Bhoomika Raparthi" userId="3cbae63ffa462a75" providerId="LiveId" clId="{70380114-5814-4C91-A412-041C921A3CD5}" dt="2025-04-22T20:21:27.941" v="1185" actId="478"/>
          <ac:spMkLst>
            <pc:docMk/>
            <pc:sldMk cId="127965172" sldId="281"/>
            <ac:spMk id="4" creationId="{EBE28624-599C-8E95-360A-32A67064FCBC}"/>
          </ac:spMkLst>
        </pc:spChg>
        <pc:spChg chg="mod">
          <ac:chgData name="Bhoomika Raparthi" userId="3cbae63ffa462a75" providerId="LiveId" clId="{70380114-5814-4C91-A412-041C921A3CD5}" dt="2025-04-20T16:26:57" v="168" actId="14100"/>
          <ac:spMkLst>
            <pc:docMk/>
            <pc:sldMk cId="127965172" sldId="281"/>
            <ac:spMk id="11" creationId="{4F67526C-CC6E-702F-5564-F747D0C25232}"/>
          </ac:spMkLst>
        </pc:spChg>
        <pc:spChg chg="add mod">
          <ac:chgData name="Bhoomika Raparthi" userId="3cbae63ffa462a75" providerId="LiveId" clId="{70380114-5814-4C91-A412-041C921A3CD5}" dt="2025-04-20T16:27:04.268" v="172" actId="20577"/>
          <ac:spMkLst>
            <pc:docMk/>
            <pc:sldMk cId="127965172" sldId="281"/>
            <ac:spMk id="13" creationId="{5B13F1AB-A445-9881-F477-8ADCC75B6617}"/>
          </ac:spMkLst>
        </pc:spChg>
        <pc:picChg chg="add mod">
          <ac:chgData name="Bhoomika Raparthi" userId="3cbae63ffa462a75" providerId="LiveId" clId="{70380114-5814-4C91-A412-041C921A3CD5}" dt="2025-04-22T20:19:11.873" v="1165" actId="14100"/>
          <ac:picMkLst>
            <pc:docMk/>
            <pc:sldMk cId="127965172" sldId="281"/>
            <ac:picMk id="3" creationId="{E927AB09-DF7E-CE39-7983-E0D7B6D2EEEC}"/>
          </ac:picMkLst>
        </pc:picChg>
        <pc:picChg chg="add mod">
          <ac:chgData name="Bhoomika Raparthi" userId="3cbae63ffa462a75" providerId="LiveId" clId="{70380114-5814-4C91-A412-041C921A3CD5}" dt="2025-04-20T16:26:31.053" v="165" actId="14100"/>
          <ac:picMkLst>
            <pc:docMk/>
            <pc:sldMk cId="127965172" sldId="281"/>
            <ac:picMk id="7" creationId="{E3D21480-D902-AA0A-DF6A-486A12CE48AA}"/>
          </ac:picMkLst>
        </pc:picChg>
      </pc:sldChg>
      <pc:sldChg chg="addSp delSp modSp mod">
        <pc:chgData name="Bhoomika Raparthi" userId="3cbae63ffa462a75" providerId="LiveId" clId="{70380114-5814-4C91-A412-041C921A3CD5}" dt="2025-04-22T20:21:25.805" v="1184" actId="478"/>
        <pc:sldMkLst>
          <pc:docMk/>
          <pc:sldMk cId="3850631845" sldId="282"/>
        </pc:sldMkLst>
        <pc:spChg chg="del">
          <ac:chgData name="Bhoomika Raparthi" userId="3cbae63ffa462a75" providerId="LiveId" clId="{70380114-5814-4C91-A412-041C921A3CD5}" dt="2025-04-22T20:21:25.805" v="1184" actId="478"/>
          <ac:spMkLst>
            <pc:docMk/>
            <pc:sldMk cId="3850631845" sldId="282"/>
            <ac:spMk id="4" creationId="{A53E919F-A5A4-1168-A2B5-65E0331E148E}"/>
          </ac:spMkLst>
        </pc:spChg>
        <pc:picChg chg="add mod">
          <ac:chgData name="Bhoomika Raparthi" userId="3cbae63ffa462a75" providerId="LiveId" clId="{70380114-5814-4C91-A412-041C921A3CD5}" dt="2025-04-20T16:30:38.900" v="177" actId="1076"/>
          <ac:picMkLst>
            <pc:docMk/>
            <pc:sldMk cId="3850631845" sldId="282"/>
            <ac:picMk id="3" creationId="{6512F8A7-8580-E835-F4D1-E14C87505345}"/>
          </ac:picMkLst>
        </pc:picChg>
      </pc:sldChg>
      <pc:sldChg chg="delSp modSp mod">
        <pc:chgData name="Bhoomika Raparthi" userId="3cbae63ffa462a75" providerId="LiveId" clId="{70380114-5814-4C91-A412-041C921A3CD5}" dt="2025-04-22T20:26:44.828" v="1366" actId="20577"/>
        <pc:sldMkLst>
          <pc:docMk/>
          <pc:sldMk cId="2139016778" sldId="285"/>
        </pc:sldMkLst>
        <pc:spChg chg="mod">
          <ac:chgData name="Bhoomika Raparthi" userId="3cbae63ffa462a75" providerId="LiveId" clId="{70380114-5814-4C91-A412-041C921A3CD5}" dt="2025-04-22T20:26:44.828" v="1366" actId="20577"/>
          <ac:spMkLst>
            <pc:docMk/>
            <pc:sldMk cId="2139016778" sldId="285"/>
            <ac:spMk id="3" creationId="{A383DE4A-B308-9AC7-6D5B-2940E68869C8}"/>
          </ac:spMkLst>
        </pc:spChg>
        <pc:spChg chg="del">
          <ac:chgData name="Bhoomika Raparthi" userId="3cbae63ffa462a75" providerId="LiveId" clId="{70380114-5814-4C91-A412-041C921A3CD5}" dt="2025-04-22T20:21:29.880" v="1186" actId="478"/>
          <ac:spMkLst>
            <pc:docMk/>
            <pc:sldMk cId="2139016778" sldId="285"/>
            <ac:spMk id="4" creationId="{45A7C38F-491F-8D57-3062-169C3BCAE52E}"/>
          </ac:spMkLst>
        </pc:spChg>
      </pc:sldChg>
      <pc:sldChg chg="delSp modSp mod">
        <pc:chgData name="Bhoomika Raparthi" userId="3cbae63ffa462a75" providerId="LiveId" clId="{70380114-5814-4C91-A412-041C921A3CD5}" dt="2025-04-22T20:28:39.899" v="1383" actId="20577"/>
        <pc:sldMkLst>
          <pc:docMk/>
          <pc:sldMk cId="4168203686" sldId="286"/>
        </pc:sldMkLst>
        <pc:spChg chg="mod">
          <ac:chgData name="Bhoomika Raparthi" userId="3cbae63ffa462a75" providerId="LiveId" clId="{70380114-5814-4C91-A412-041C921A3CD5}" dt="2025-04-22T20:28:39.899" v="1383" actId="20577"/>
          <ac:spMkLst>
            <pc:docMk/>
            <pc:sldMk cId="4168203686" sldId="286"/>
            <ac:spMk id="3" creationId="{72DCB931-620D-3570-5BE3-A464F752B5AD}"/>
          </ac:spMkLst>
        </pc:spChg>
        <pc:spChg chg="del">
          <ac:chgData name="Bhoomika Raparthi" userId="3cbae63ffa462a75" providerId="LiveId" clId="{70380114-5814-4C91-A412-041C921A3CD5}" dt="2025-04-22T20:21:31.453" v="1187" actId="478"/>
          <ac:spMkLst>
            <pc:docMk/>
            <pc:sldMk cId="4168203686" sldId="286"/>
            <ac:spMk id="4" creationId="{08410198-1754-30C3-6E7A-A727FB9151AB}"/>
          </ac:spMkLst>
        </pc:spChg>
      </pc:sldChg>
      <pc:sldChg chg="del">
        <pc:chgData name="Bhoomika Raparthi" userId="3cbae63ffa462a75" providerId="LiveId" clId="{70380114-5814-4C91-A412-041C921A3CD5}" dt="2025-04-20T16:30:11.278" v="175" actId="2696"/>
        <pc:sldMkLst>
          <pc:docMk/>
          <pc:sldMk cId="1202687662" sldId="288"/>
        </pc:sldMkLst>
      </pc:sldChg>
      <pc:sldChg chg="addSp delSp modSp add mod">
        <pc:chgData name="Bhoomika Raparthi" userId="3cbae63ffa462a75" providerId="LiveId" clId="{70380114-5814-4C91-A412-041C921A3CD5}" dt="2025-04-22T20:33:36.396" v="1419" actId="1076"/>
        <pc:sldMkLst>
          <pc:docMk/>
          <pc:sldMk cId="4199350809" sldId="289"/>
        </pc:sldMkLst>
        <pc:spChg chg="del">
          <ac:chgData name="Bhoomika Raparthi" userId="3cbae63ffa462a75" providerId="LiveId" clId="{70380114-5814-4C91-A412-041C921A3CD5}" dt="2025-04-22T19:18:26.350" v="268" actId="478"/>
          <ac:spMkLst>
            <pc:docMk/>
            <pc:sldMk cId="4199350809" sldId="289"/>
            <ac:spMk id="2" creationId="{E78CBDFA-3D72-CCAB-3618-0DE6100CEFBC}"/>
          </ac:spMkLst>
        </pc:spChg>
        <pc:spChg chg="mod">
          <ac:chgData name="Bhoomika Raparthi" userId="3cbae63ffa462a75" providerId="LiveId" clId="{70380114-5814-4C91-A412-041C921A3CD5}" dt="2025-04-22T19:28:46.730" v="549" actId="20577"/>
          <ac:spMkLst>
            <pc:docMk/>
            <pc:sldMk cId="4199350809" sldId="289"/>
            <ac:spMk id="3" creationId="{5B7F1625-0932-CCEB-A05F-2F3AAB7434F5}"/>
          </ac:spMkLst>
        </pc:spChg>
        <pc:spChg chg="mod">
          <ac:chgData name="Bhoomika Raparthi" userId="3cbae63ffa462a75" providerId="LiveId" clId="{70380114-5814-4C91-A412-041C921A3CD5}" dt="2025-04-22T20:33:36.396" v="1419" actId="1076"/>
          <ac:spMkLst>
            <pc:docMk/>
            <pc:sldMk cId="4199350809" sldId="289"/>
            <ac:spMk id="4" creationId="{67A99DCF-2F2E-835B-B8A2-19245AB6B946}"/>
          </ac:spMkLst>
        </pc:spChg>
        <pc:spChg chg="mod">
          <ac:chgData name="Bhoomika Raparthi" userId="3cbae63ffa462a75" providerId="LiveId" clId="{70380114-5814-4C91-A412-041C921A3CD5}" dt="2025-04-22T20:33:30.067" v="1418" actId="1076"/>
          <ac:spMkLst>
            <pc:docMk/>
            <pc:sldMk cId="4199350809" sldId="289"/>
            <ac:spMk id="7" creationId="{106B2C57-D22D-95C1-FB77-06EF927DA702}"/>
          </ac:spMkLst>
        </pc:spChg>
        <pc:spChg chg="add del mod">
          <ac:chgData name="Bhoomika Raparthi" userId="3cbae63ffa462a75" providerId="LiveId" clId="{70380114-5814-4C91-A412-041C921A3CD5}" dt="2025-04-22T19:18:44.622" v="269" actId="478"/>
          <ac:spMkLst>
            <pc:docMk/>
            <pc:sldMk cId="4199350809" sldId="289"/>
            <ac:spMk id="9" creationId="{DDBB82AB-B66F-579D-61E1-4ED37AF23611}"/>
          </ac:spMkLst>
        </pc:spChg>
        <pc:spChg chg="add del mod">
          <ac:chgData name="Bhoomika Raparthi" userId="3cbae63ffa462a75" providerId="LiveId" clId="{70380114-5814-4C91-A412-041C921A3CD5}" dt="2025-04-22T19:27:10.665" v="518" actId="478"/>
          <ac:spMkLst>
            <pc:docMk/>
            <pc:sldMk cId="4199350809" sldId="289"/>
            <ac:spMk id="13" creationId="{294544BC-DBE8-6BF1-3290-32E0E69FB746}"/>
          </ac:spMkLst>
        </pc:spChg>
        <pc:spChg chg="add mod">
          <ac:chgData name="Bhoomika Raparthi" userId="3cbae63ffa462a75" providerId="LiveId" clId="{70380114-5814-4C91-A412-041C921A3CD5}" dt="2025-04-22T19:28:26.923" v="543" actId="1076"/>
          <ac:spMkLst>
            <pc:docMk/>
            <pc:sldMk cId="4199350809" sldId="289"/>
            <ac:spMk id="14" creationId="{31F0B8C0-F4E9-6AAC-B333-894438D80233}"/>
          </ac:spMkLst>
        </pc:spChg>
        <pc:spChg chg="del">
          <ac:chgData name="Bhoomika Raparthi" userId="3cbae63ffa462a75" providerId="LiveId" clId="{70380114-5814-4C91-A412-041C921A3CD5}" dt="2025-04-22T19:21:49.543" v="287" actId="478"/>
          <ac:spMkLst>
            <pc:docMk/>
            <pc:sldMk cId="4199350809" sldId="289"/>
            <ac:spMk id="15" creationId="{361CDF3C-C37C-5390-C6F2-6569B055B383}"/>
          </ac:spMkLst>
        </pc:spChg>
        <pc:spChg chg="del mod">
          <ac:chgData name="Bhoomika Raparthi" userId="3cbae63ffa462a75" providerId="LiveId" clId="{70380114-5814-4C91-A412-041C921A3CD5}" dt="2025-04-22T19:21:10.391" v="282" actId="478"/>
          <ac:spMkLst>
            <pc:docMk/>
            <pc:sldMk cId="4199350809" sldId="289"/>
            <ac:spMk id="17" creationId="{BB11344A-EB43-C49B-5A52-F68D8D633B79}"/>
          </ac:spMkLst>
        </pc:spChg>
        <pc:picChg chg="del">
          <ac:chgData name="Bhoomika Raparthi" userId="3cbae63ffa462a75" providerId="LiveId" clId="{70380114-5814-4C91-A412-041C921A3CD5}" dt="2025-04-22T19:21:15.178" v="283" actId="478"/>
          <ac:picMkLst>
            <pc:docMk/>
            <pc:sldMk cId="4199350809" sldId="289"/>
            <ac:picMk id="6" creationId="{A50F65E9-BDAD-53E6-393D-54679AFD4DDB}"/>
          </ac:picMkLst>
        </pc:picChg>
        <pc:picChg chg="del">
          <ac:chgData name="Bhoomika Raparthi" userId="3cbae63ffa462a75" providerId="LiveId" clId="{70380114-5814-4C91-A412-041C921A3CD5}" dt="2025-04-22T19:18:47.812" v="270" actId="478"/>
          <ac:picMkLst>
            <pc:docMk/>
            <pc:sldMk cId="4199350809" sldId="289"/>
            <ac:picMk id="8" creationId="{67074524-85C7-D3B6-C297-14D536FC6D52}"/>
          </ac:picMkLst>
        </pc:picChg>
        <pc:picChg chg="add del mod">
          <ac:chgData name="Bhoomika Raparthi" userId="3cbae63ffa462a75" providerId="LiveId" clId="{70380114-5814-4C91-A412-041C921A3CD5}" dt="2025-04-22T19:21:17.452" v="284" actId="478"/>
          <ac:picMkLst>
            <pc:docMk/>
            <pc:sldMk cId="4199350809" sldId="289"/>
            <ac:picMk id="10" creationId="{089360EF-D51E-3004-84CE-1C98EDCC6ACF}"/>
          </ac:picMkLst>
        </pc:picChg>
        <pc:picChg chg="add mod">
          <ac:chgData name="Bhoomika Raparthi" userId="3cbae63ffa462a75" providerId="LiveId" clId="{70380114-5814-4C91-A412-041C921A3CD5}" dt="2025-04-22T19:21:28.439" v="285"/>
          <ac:picMkLst>
            <pc:docMk/>
            <pc:sldMk cId="4199350809" sldId="289"/>
            <ac:picMk id="11" creationId="{4C32DCCC-C71D-3383-256A-0EC7C50B3C6E}"/>
          </ac:picMkLst>
        </pc:picChg>
      </pc:sldChg>
      <pc:sldChg chg="addSp delSp modSp add del mod">
        <pc:chgData name="Bhoomika Raparthi" userId="3cbae63ffa462a75" providerId="LiveId" clId="{70380114-5814-4C91-A412-041C921A3CD5}" dt="2025-04-20T16:19:24.761" v="69" actId="2696"/>
        <pc:sldMkLst>
          <pc:docMk/>
          <pc:sldMk cId="1396315788" sldId="290"/>
        </pc:sldMkLst>
      </pc:sldChg>
      <pc:sldChg chg="delSp modSp add mod">
        <pc:chgData name="Bhoomika Raparthi" userId="3cbae63ffa462a75" providerId="LiveId" clId="{70380114-5814-4C91-A412-041C921A3CD5}" dt="2025-04-22T20:31:35.082" v="1401" actId="14734"/>
        <pc:sldMkLst>
          <pc:docMk/>
          <pc:sldMk cId="3542857201" sldId="291"/>
        </pc:sldMkLst>
        <pc:spChg chg="del">
          <ac:chgData name="Bhoomika Raparthi" userId="3cbae63ffa462a75" providerId="LiveId" clId="{70380114-5814-4C91-A412-041C921A3CD5}" dt="2025-04-22T20:20:46.832" v="1170" actId="478"/>
          <ac:spMkLst>
            <pc:docMk/>
            <pc:sldMk cId="3542857201" sldId="291"/>
            <ac:spMk id="4" creationId="{87054DB7-C5B6-D0C1-B6C2-BCEBCE9A8839}"/>
          </ac:spMkLst>
        </pc:spChg>
        <pc:graphicFrameChg chg="mod modGraphic">
          <ac:chgData name="Bhoomika Raparthi" userId="3cbae63ffa462a75" providerId="LiveId" clId="{70380114-5814-4C91-A412-041C921A3CD5}" dt="2025-04-22T20:31:35.082" v="1401" actId="14734"/>
          <ac:graphicFrameMkLst>
            <pc:docMk/>
            <pc:sldMk cId="3542857201" sldId="291"/>
            <ac:graphicFrameMk id="5" creationId="{FC91297D-76D4-E75B-99A6-BFD948D63AE2}"/>
          </ac:graphicFrameMkLst>
        </pc:graphicFrameChg>
      </pc:sldChg>
      <pc:sldChg chg="add del">
        <pc:chgData name="Bhoomika Raparthi" userId="3cbae63ffa462a75" providerId="LiveId" clId="{70380114-5814-4C91-A412-041C921A3CD5}" dt="2025-04-20T16:30:14.449" v="176" actId="2696"/>
        <pc:sldMkLst>
          <pc:docMk/>
          <pc:sldMk cId="2742083750" sldId="292"/>
        </pc:sldMkLst>
      </pc:sldChg>
      <pc:sldChg chg="addSp delSp modSp add mod">
        <pc:chgData name="Bhoomika Raparthi" userId="3cbae63ffa462a75" providerId="LiveId" clId="{70380114-5814-4C91-A412-041C921A3CD5}" dt="2025-04-22T20:21:19.555" v="1182" actId="478"/>
        <pc:sldMkLst>
          <pc:docMk/>
          <pc:sldMk cId="3579981773" sldId="292"/>
        </pc:sldMkLst>
        <pc:spChg chg="del">
          <ac:chgData name="Bhoomika Raparthi" userId="3cbae63ffa462a75" providerId="LiveId" clId="{70380114-5814-4C91-A412-041C921A3CD5}" dt="2025-04-22T20:21:19.555" v="1182" actId="478"/>
          <ac:spMkLst>
            <pc:docMk/>
            <pc:sldMk cId="3579981773" sldId="292"/>
            <ac:spMk id="4" creationId="{A06C6BBA-1367-DFAF-B272-7ADCA7AEBF4F}"/>
          </ac:spMkLst>
        </pc:spChg>
        <pc:spChg chg="mod">
          <ac:chgData name="Bhoomika Raparthi" userId="3cbae63ffa462a75" providerId="LiveId" clId="{70380114-5814-4C91-A412-041C921A3CD5}" dt="2025-04-22T20:17:34.505" v="1161" actId="14100"/>
          <ac:spMkLst>
            <pc:docMk/>
            <pc:sldMk cId="3579981773" sldId="292"/>
            <ac:spMk id="5" creationId="{5A2B2F0F-6071-3B6B-1B83-EA67491683A2}"/>
          </ac:spMkLst>
        </pc:spChg>
        <pc:picChg chg="add mod">
          <ac:chgData name="Bhoomika Raparthi" userId="3cbae63ffa462a75" providerId="LiveId" clId="{70380114-5814-4C91-A412-041C921A3CD5}" dt="2025-04-22T20:15:42.053" v="1121" actId="14100"/>
          <ac:picMkLst>
            <pc:docMk/>
            <pc:sldMk cId="3579981773" sldId="292"/>
            <ac:picMk id="7" creationId="{EF82B8EC-9B3B-1D17-83A7-039AF5EA8C3B}"/>
          </ac:picMkLst>
        </pc:picChg>
        <pc:picChg chg="del">
          <ac:chgData name="Bhoomika Raparthi" userId="3cbae63ffa462a75" providerId="LiveId" clId="{70380114-5814-4C91-A412-041C921A3CD5}" dt="2025-04-22T20:13:51.923" v="1108" actId="478"/>
          <ac:picMkLst>
            <pc:docMk/>
            <pc:sldMk cId="3579981773" sldId="292"/>
            <ac:picMk id="9" creationId="{B1FA91C5-FA32-B007-A00C-1F2A337801FF}"/>
          </ac:picMkLst>
        </pc:picChg>
        <pc:picChg chg="del">
          <ac:chgData name="Bhoomika Raparthi" userId="3cbae63ffa462a75" providerId="LiveId" clId="{70380114-5814-4C91-A412-041C921A3CD5}" dt="2025-04-22T20:15:22.025" v="1118" actId="478"/>
          <ac:picMkLst>
            <pc:docMk/>
            <pc:sldMk cId="3579981773" sldId="292"/>
            <ac:picMk id="11" creationId="{CEBF58CF-61D8-C9BD-9485-70FBF133AABF}"/>
          </ac:picMkLst>
        </pc:picChg>
        <pc:picChg chg="add del mod">
          <ac:chgData name="Bhoomika Raparthi" userId="3cbae63ffa462a75" providerId="LiveId" clId="{70380114-5814-4C91-A412-041C921A3CD5}" dt="2025-04-22T20:14:39.017" v="1112" actId="478"/>
          <ac:picMkLst>
            <pc:docMk/>
            <pc:sldMk cId="3579981773" sldId="292"/>
            <ac:picMk id="12" creationId="{DAD9E659-3B1C-F324-EDBF-27B5B416395A}"/>
          </ac:picMkLst>
        </pc:picChg>
        <pc:picChg chg="add mod">
          <ac:chgData name="Bhoomika Raparthi" userId="3cbae63ffa462a75" providerId="LiveId" clId="{70380114-5814-4C91-A412-041C921A3CD5}" dt="2025-04-22T20:15:28.607" v="1119" actId="14100"/>
          <ac:picMkLst>
            <pc:docMk/>
            <pc:sldMk cId="3579981773" sldId="292"/>
            <ac:picMk id="14" creationId="{B7AEFEB1-AA42-649E-FA1E-8A6890F4423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17A47-FFFC-FA3C-9A0C-F76AF9E940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F1F62A-AF96-A2DA-9B33-4B708BCD8F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095F3C-DB72-F2BF-5CFF-247DF130DD9D}"/>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5" name="Footer Placeholder 4">
            <a:extLst>
              <a:ext uri="{FF2B5EF4-FFF2-40B4-BE49-F238E27FC236}">
                <a16:creationId xmlns:a16="http://schemas.microsoft.com/office/drawing/2014/main" id="{7F443BB4-5240-6C24-8CEC-8E03367A68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AC8F8A-91D6-DD04-AB1A-4EB88FE00DE6}"/>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3430605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1C711-CF9A-4473-47CB-39737567AA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92FD9A-4502-1110-35CC-1FA36CC530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24159B-2409-B622-06BB-4C7B908831C4}"/>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5" name="Footer Placeholder 4">
            <a:extLst>
              <a:ext uri="{FF2B5EF4-FFF2-40B4-BE49-F238E27FC236}">
                <a16:creationId xmlns:a16="http://schemas.microsoft.com/office/drawing/2014/main" id="{FA53455B-F53E-A32E-C7BE-344AB13C3D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F03D9A-D36A-CBF1-00C4-9F768D60F195}"/>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1497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8B790-8BBE-E0E8-19C1-27218ED58F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33E8B7B-0DD1-A4FA-7DDC-0E93FFEBF6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FD9620-2CDB-2AEF-B0EA-1F83F7D8CBE8}"/>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5" name="Footer Placeholder 4">
            <a:extLst>
              <a:ext uri="{FF2B5EF4-FFF2-40B4-BE49-F238E27FC236}">
                <a16:creationId xmlns:a16="http://schemas.microsoft.com/office/drawing/2014/main" id="{46EAAA6A-5BD9-4453-274B-5E9535E1E1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C12432-DDEA-1435-A1E3-9B65DBB57C43}"/>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2450114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5B02-211E-3F49-F8E6-54C364682E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079C46-C35A-0ED0-BFE4-4C4DD55ED6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6CF228D-0261-18DB-9CAA-C7F31C4424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88D79DC-ABF2-847A-A656-B30B903E4EE2}"/>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6" name="Footer Placeholder 5">
            <a:extLst>
              <a:ext uri="{FF2B5EF4-FFF2-40B4-BE49-F238E27FC236}">
                <a16:creationId xmlns:a16="http://schemas.microsoft.com/office/drawing/2014/main" id="{1A3F394B-9E1B-BBDB-0C48-4CF07F0B1A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8FE275-2A8D-A05F-107C-4B35F94C2D13}"/>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559527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6708-FEF1-9B10-58E8-1C747BAA2A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A031A6-9DA5-2F87-7B0E-3BE8027927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32B94F-31B8-40C3-7359-489E36BEFF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8698CB-AAC6-BF40-D744-88FD214740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806704-B3A1-4A5B-BBDD-8B3B113238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1D15B4-43AD-8021-CD96-D67574B331E1}"/>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8" name="Footer Placeholder 7">
            <a:extLst>
              <a:ext uri="{FF2B5EF4-FFF2-40B4-BE49-F238E27FC236}">
                <a16:creationId xmlns:a16="http://schemas.microsoft.com/office/drawing/2014/main" id="{CA258DC6-8F2D-8C3F-4379-7EDB091046B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BF5738-1AD6-2871-F4C5-E93C9098708A}"/>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253473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64F61-80AE-0CC3-E0CE-F78656053D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3F50AA8-6D06-A369-BB69-62B71670ACFC}"/>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4" name="Footer Placeholder 3">
            <a:extLst>
              <a:ext uri="{FF2B5EF4-FFF2-40B4-BE49-F238E27FC236}">
                <a16:creationId xmlns:a16="http://schemas.microsoft.com/office/drawing/2014/main" id="{C96E626A-E719-4324-A074-85DDA91A04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4D350F4-6F4D-C6B9-46B5-BA560022862F}"/>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4058197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82495F-40EF-B40B-0286-AA51DF35E134}"/>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3" name="Footer Placeholder 2">
            <a:extLst>
              <a:ext uri="{FF2B5EF4-FFF2-40B4-BE49-F238E27FC236}">
                <a16:creationId xmlns:a16="http://schemas.microsoft.com/office/drawing/2014/main" id="{4212A8CA-D260-6329-F7A1-F56685E8D81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5B4D0D1-3481-CDCF-8C54-7FF93DF0986B}"/>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1335573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EB478-A862-60D2-07A0-17ADD1ECEE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8F30491-AD1C-5BDC-5860-1F236524D4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7D257D-04AF-9234-C001-784F4A3900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E924DB-F2E8-9D5E-EBA4-E34EC4F12449}"/>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6" name="Footer Placeholder 5">
            <a:extLst>
              <a:ext uri="{FF2B5EF4-FFF2-40B4-BE49-F238E27FC236}">
                <a16:creationId xmlns:a16="http://schemas.microsoft.com/office/drawing/2014/main" id="{1AD08501-C314-BD3C-FAF6-699C037E55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2F318F-7DA9-DB18-D90D-67B1E10DEF1D}"/>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1466601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A033-C1EA-2CDF-FE5D-219C7AA490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C4BCD2-E1ED-F86C-1CDD-CE595E5CBF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3F710FC-2CCC-AC3D-533E-0E7555CA1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A922F-69C7-AD6E-1F84-BA4734A61F53}"/>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6" name="Footer Placeholder 5">
            <a:extLst>
              <a:ext uri="{FF2B5EF4-FFF2-40B4-BE49-F238E27FC236}">
                <a16:creationId xmlns:a16="http://schemas.microsoft.com/office/drawing/2014/main" id="{D704B3ED-36A9-712F-E2F3-3BAD053FEE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C6545F-37C7-76A4-F79A-0D6D4D37BC99}"/>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1442435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ED139-5E0B-4586-8610-CC4378A8FC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34FA4C-B3F2-0D4E-8EF7-4DB8961202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433A37-5FF3-FE90-D3CE-95EAD199E70A}"/>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5" name="Footer Placeholder 4">
            <a:extLst>
              <a:ext uri="{FF2B5EF4-FFF2-40B4-BE49-F238E27FC236}">
                <a16:creationId xmlns:a16="http://schemas.microsoft.com/office/drawing/2014/main" id="{9832315E-8E9C-B2EE-0F40-351B19DED4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773F69-64C2-C641-E38A-42701215224C}"/>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3732078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9C5E4A-831F-9118-6AA8-A8D5D02A9B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1961EB-AB0C-9D03-E977-D00C726CFB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1D9B90-4561-FA5A-A23F-EEAAAA176119}"/>
              </a:ext>
            </a:extLst>
          </p:cNvPr>
          <p:cNvSpPr>
            <a:spLocks noGrp="1"/>
          </p:cNvSpPr>
          <p:nvPr>
            <p:ph type="dt" sz="half" idx="10"/>
          </p:nvPr>
        </p:nvSpPr>
        <p:spPr/>
        <p:txBody>
          <a:bodyPr/>
          <a:lstStyle/>
          <a:p>
            <a:fld id="{DEB9858E-0FE0-4011-9821-BABD1B3CCC00}" type="datetimeFigureOut">
              <a:rPr lang="en-IN" smtClean="0"/>
              <a:t>23-04-2025</a:t>
            </a:fld>
            <a:endParaRPr lang="en-IN"/>
          </a:p>
        </p:txBody>
      </p:sp>
      <p:sp>
        <p:nvSpPr>
          <p:cNvPr id="5" name="Footer Placeholder 4">
            <a:extLst>
              <a:ext uri="{FF2B5EF4-FFF2-40B4-BE49-F238E27FC236}">
                <a16:creationId xmlns:a16="http://schemas.microsoft.com/office/drawing/2014/main" id="{D085958C-E675-A3FF-0982-C7434D0CF4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E75F2D-1E81-EBD5-9B59-13ADB527DF2C}"/>
              </a:ext>
            </a:extLst>
          </p:cNvPr>
          <p:cNvSpPr>
            <a:spLocks noGrp="1"/>
          </p:cNvSpPr>
          <p:nvPr>
            <p:ph type="sldNum" sz="quarter" idx="12"/>
          </p:nvPr>
        </p:nvSpPr>
        <p:spPr/>
        <p:txBody>
          <a:bodyPr/>
          <a:lstStyle/>
          <a:p>
            <a:fld id="{D302DDA2-780D-4E0E-AE4F-5289600ACB0E}" type="slidenum">
              <a:rPr lang="en-IN" smtClean="0"/>
              <a:t>‹#›</a:t>
            </a:fld>
            <a:endParaRPr lang="en-IN"/>
          </a:p>
        </p:txBody>
      </p:sp>
    </p:spTree>
    <p:extLst>
      <p:ext uri="{BB962C8B-B14F-4D97-AF65-F5344CB8AC3E}">
        <p14:creationId xmlns:p14="http://schemas.microsoft.com/office/powerpoint/2010/main" val="4272238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EE651A-E7E4-3980-C3F4-BA997E3C41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4EA46E-F1AE-300B-0E16-E13F5BFAA6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8E7985-2B5C-FCF9-4569-0EED02E0E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B9858E-0FE0-4011-9821-BABD1B3CCC00}" type="datetimeFigureOut">
              <a:rPr lang="en-IN" smtClean="0"/>
              <a:t>23-04-2025</a:t>
            </a:fld>
            <a:endParaRPr lang="en-IN"/>
          </a:p>
        </p:txBody>
      </p:sp>
      <p:sp>
        <p:nvSpPr>
          <p:cNvPr id="5" name="Footer Placeholder 4">
            <a:extLst>
              <a:ext uri="{FF2B5EF4-FFF2-40B4-BE49-F238E27FC236}">
                <a16:creationId xmlns:a16="http://schemas.microsoft.com/office/drawing/2014/main" id="{13C050BD-D911-A0BD-DC32-4E8D2B76B2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4E201E-6DC3-E18D-3045-8436532CEE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02DDA2-780D-4E0E-AE4F-5289600ACB0E}" type="slidenum">
              <a:rPr lang="en-IN" smtClean="0"/>
              <a:t>‹#›</a:t>
            </a:fld>
            <a:endParaRPr lang="en-IN"/>
          </a:p>
        </p:txBody>
      </p:sp>
    </p:spTree>
    <p:extLst>
      <p:ext uri="{BB962C8B-B14F-4D97-AF65-F5344CB8AC3E}">
        <p14:creationId xmlns:p14="http://schemas.microsoft.com/office/powerpoint/2010/main" val="28762790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10.tmp"/></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12.tmp"/></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14.tmp"/></Relationships>
</file>

<file path=ppt/slides/_rels/slide20.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16.tmp"/></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18.tmp"/></Relationships>
</file>

<file path=ppt/slides/_rels/slide24.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D399C46-1B15-7446-4453-CE373CC8D2A4}"/>
              </a:ext>
            </a:extLst>
          </p:cNvPr>
          <p:cNvSpPr>
            <a:spLocks noGrp="1"/>
          </p:cNvSpPr>
          <p:nvPr>
            <p:ph type="ctrTitle"/>
          </p:nvPr>
        </p:nvSpPr>
        <p:spPr/>
        <p:txBody>
          <a:bodyPr/>
          <a:lstStyle/>
          <a:p>
            <a:endParaRPr lang="en-IN"/>
          </a:p>
        </p:txBody>
      </p:sp>
      <p:sp>
        <p:nvSpPr>
          <p:cNvPr id="11" name="Subtitle 10">
            <a:extLst>
              <a:ext uri="{FF2B5EF4-FFF2-40B4-BE49-F238E27FC236}">
                <a16:creationId xmlns:a16="http://schemas.microsoft.com/office/drawing/2014/main" id="{00BBB9BA-CDD1-A238-C756-CD6C1C56CEFE}"/>
              </a:ext>
            </a:extLst>
          </p:cNvPr>
          <p:cNvSpPr>
            <a:spLocks noGrp="1"/>
          </p:cNvSpPr>
          <p:nvPr>
            <p:ph type="subTitle" idx="1"/>
          </p:nvPr>
        </p:nvSpPr>
        <p:spPr/>
        <p:txBody>
          <a:bodyPr/>
          <a:lstStyle/>
          <a:p>
            <a:endParaRPr lang="en-IN"/>
          </a:p>
        </p:txBody>
      </p:sp>
      <p:pic>
        <p:nvPicPr>
          <p:cNvPr id="13" name="Picture 12">
            <a:extLst>
              <a:ext uri="{FF2B5EF4-FFF2-40B4-BE49-F238E27FC236}">
                <a16:creationId xmlns:a16="http://schemas.microsoft.com/office/drawing/2014/main" id="{467C8A6E-A4D8-D47B-ECB9-32BD40AE6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1885"/>
            <a:ext cx="12192000" cy="6496115"/>
          </a:xfrm>
          <a:prstGeom prst="rect">
            <a:avLst/>
          </a:prstGeom>
        </p:spPr>
      </p:pic>
      <p:sp>
        <p:nvSpPr>
          <p:cNvPr id="14" name="TextBox 13">
            <a:extLst>
              <a:ext uri="{FF2B5EF4-FFF2-40B4-BE49-F238E27FC236}">
                <a16:creationId xmlns:a16="http://schemas.microsoft.com/office/drawing/2014/main" id="{A8633FEC-0223-EC6A-F6C0-2F265C4D0715}"/>
              </a:ext>
            </a:extLst>
          </p:cNvPr>
          <p:cNvSpPr txBox="1"/>
          <p:nvPr/>
        </p:nvSpPr>
        <p:spPr>
          <a:xfrm>
            <a:off x="0" y="188536"/>
            <a:ext cx="12192000" cy="1323439"/>
          </a:xfrm>
          <a:prstGeom prst="rect">
            <a:avLst/>
          </a:prstGeom>
          <a:solidFill>
            <a:srgbClr val="DEA1FF"/>
          </a:solid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Major Project</a:t>
            </a:r>
          </a:p>
          <a:p>
            <a:pPr algn="ctr"/>
            <a:r>
              <a:rPr lang="en-IN" sz="2800" b="1" dirty="0">
                <a:solidFill>
                  <a:schemeClr val="bg1"/>
                </a:solidFill>
                <a:latin typeface="Times New Roman" panose="02020603050405020304" pitchFamily="18" charset="0"/>
                <a:cs typeface="Times New Roman" panose="02020603050405020304" pitchFamily="18" charset="0"/>
              </a:rPr>
              <a:t>Multilingual Signboard Translator Using OCR</a:t>
            </a:r>
          </a:p>
          <a:p>
            <a:pPr algn="ctr"/>
            <a:r>
              <a:rPr lang="en-IN" sz="2000" b="1" dirty="0">
                <a:solidFill>
                  <a:schemeClr val="bg1"/>
                </a:solidFill>
                <a:latin typeface="Times New Roman" panose="02020603050405020304" pitchFamily="18" charset="0"/>
                <a:cs typeface="Times New Roman" panose="02020603050405020304" pitchFamily="18" charset="0"/>
              </a:rPr>
              <a:t>Batch No: PWAD21A16 </a:t>
            </a:r>
          </a:p>
        </p:txBody>
      </p:sp>
      <p:pic>
        <p:nvPicPr>
          <p:cNvPr id="18" name="Picture 17">
            <a:extLst>
              <a:ext uri="{FF2B5EF4-FFF2-40B4-BE49-F238E27FC236}">
                <a16:creationId xmlns:a16="http://schemas.microsoft.com/office/drawing/2014/main" id="{777D7BD9-FDF9-C1C3-72C6-A4C00F6A12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8082" y="361885"/>
            <a:ext cx="1743959" cy="976740"/>
          </a:xfrm>
          <a:prstGeom prst="rect">
            <a:avLst/>
          </a:prstGeom>
        </p:spPr>
      </p:pic>
    </p:spTree>
    <p:extLst>
      <p:ext uri="{BB962C8B-B14F-4D97-AF65-F5344CB8AC3E}">
        <p14:creationId xmlns:p14="http://schemas.microsoft.com/office/powerpoint/2010/main" val="753744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01AA9-AA80-A43F-E5F7-D695C0B076D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B7F1625-0932-CCEB-A05F-2F3AAB7434F5}"/>
              </a:ext>
            </a:extLst>
          </p:cNvPr>
          <p:cNvSpPr>
            <a:spLocks noGrp="1"/>
          </p:cNvSpPr>
          <p:nvPr>
            <p:ph type="subTitle" idx="1"/>
          </p:nvPr>
        </p:nvSpPr>
        <p:spPr>
          <a:xfrm>
            <a:off x="641025" y="5081047"/>
            <a:ext cx="3157978" cy="1238687"/>
          </a:xfrm>
        </p:spPr>
        <p:txBody>
          <a:bodyPr>
            <a:normAutofit/>
          </a:bodyPr>
          <a:lstStyle/>
          <a:p>
            <a:r>
              <a:rPr lang="en-IN" sz="2000" b="1" dirty="0">
                <a:latin typeface="Times New Roman" panose="02020603050405020304" pitchFamily="18" charset="0"/>
                <a:cs typeface="Times New Roman" panose="02020603050405020304" pitchFamily="18" charset="0"/>
              </a:rPr>
              <a:t>Guide:</a:t>
            </a:r>
          </a:p>
          <a:p>
            <a:r>
              <a:rPr lang="en-IN" sz="1800" dirty="0">
                <a:latin typeface="Times New Roman" panose="02020603050405020304" pitchFamily="18" charset="0"/>
                <a:cs typeface="Times New Roman" panose="02020603050405020304" pitchFamily="18" charset="0"/>
              </a:rPr>
              <a:t>Mrs. Unnati K,</a:t>
            </a:r>
          </a:p>
          <a:p>
            <a:r>
              <a:rPr lang="en-IN" sz="1800" dirty="0">
                <a:latin typeface="Times New Roman" panose="02020603050405020304" pitchFamily="18" charset="0"/>
                <a:cs typeface="Times New Roman" panose="02020603050405020304" pitchFamily="18" charset="0"/>
              </a:rPr>
              <a:t>Asst. Prof., Dept. of CSE</a:t>
            </a:r>
          </a:p>
          <a:p>
            <a:endParaRPr lang="en-IN" dirty="0"/>
          </a:p>
        </p:txBody>
      </p:sp>
      <p:sp>
        <p:nvSpPr>
          <p:cNvPr id="4" name="Subtitle 2">
            <a:extLst>
              <a:ext uri="{FF2B5EF4-FFF2-40B4-BE49-F238E27FC236}">
                <a16:creationId xmlns:a16="http://schemas.microsoft.com/office/drawing/2014/main" id="{67A99DCF-2F2E-835B-B8A2-19245AB6B946}"/>
              </a:ext>
            </a:extLst>
          </p:cNvPr>
          <p:cNvSpPr txBox="1">
            <a:spLocks/>
          </p:cNvSpPr>
          <p:nvPr/>
        </p:nvSpPr>
        <p:spPr>
          <a:xfrm>
            <a:off x="3223967" y="3206807"/>
            <a:ext cx="5769204" cy="16060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algn="l" rtl="0" eaLnBrk="1" fontAlgn="base" latinLnBrk="0" hangingPunct="1">
              <a:buNone/>
            </a:pPr>
            <a:r>
              <a:rPr lang="en-US" sz="1600" b="1" i="0" u="none" strike="noStrike" kern="1200" dirty="0">
                <a:solidFill>
                  <a:srgbClr val="090909"/>
                </a:solidFill>
                <a:effectLst/>
                <a:latin typeface="Calisto MT" panose="02040603050505030304" pitchFamily="18" charset="0"/>
              </a:rPr>
              <a:t> S.NO                              NAME</a:t>
            </a:r>
            <a:r>
              <a:rPr lang="en-IN" sz="1600" dirty="0">
                <a:latin typeface="Arial" panose="020B0604020202020204" pitchFamily="34" charset="0"/>
              </a:rPr>
              <a:t>                         </a:t>
            </a:r>
            <a:r>
              <a:rPr lang="en-US" sz="1600" b="1" i="0" u="none" strike="noStrike" kern="1200" dirty="0">
                <a:solidFill>
                  <a:srgbClr val="090909"/>
                </a:solidFill>
                <a:effectLst/>
                <a:latin typeface="Calisto MT" panose="02040603050505030304" pitchFamily="18" charset="0"/>
              </a:rPr>
              <a:t>ROLL NO.</a:t>
            </a:r>
            <a:endParaRPr lang="en-IN" sz="1600" b="0" i="0" u="none" strike="noStrike" dirty="0">
              <a:effectLst/>
              <a:latin typeface="Arial" panose="020B0604020202020204" pitchFamily="34" charset="0"/>
            </a:endParaRPr>
          </a:p>
          <a:p>
            <a:pPr algn="l"/>
            <a:r>
              <a:rPr lang="en-IN" sz="1800" dirty="0">
                <a:latin typeface="Times New Roman" panose="02020603050405020304" pitchFamily="18" charset="0"/>
                <a:cs typeface="Times New Roman" panose="02020603050405020304" pitchFamily="18" charset="0"/>
              </a:rPr>
              <a:t>    1                      Mohammad Rizwan          160721747007</a:t>
            </a:r>
          </a:p>
          <a:p>
            <a:pPr algn="l"/>
            <a:r>
              <a:rPr lang="en-IN" sz="1800" dirty="0">
                <a:latin typeface="Times New Roman" panose="02020603050405020304" pitchFamily="18" charset="0"/>
                <a:cs typeface="Times New Roman" panose="02020603050405020304" pitchFamily="18" charset="0"/>
              </a:rPr>
              <a:t>    2                      </a:t>
            </a:r>
            <a:r>
              <a:rPr lang="en-IN" sz="1800" dirty="0" err="1">
                <a:latin typeface="Times New Roman" panose="02020603050405020304" pitchFamily="18" charset="0"/>
                <a:cs typeface="Times New Roman" panose="02020603050405020304" pitchFamily="18" charset="0"/>
              </a:rPr>
              <a:t>Keshetty</a:t>
            </a:r>
            <a:r>
              <a:rPr lang="en-IN" sz="1800" dirty="0">
                <a:latin typeface="Times New Roman" panose="02020603050405020304" pitchFamily="18" charset="0"/>
                <a:cs typeface="Times New Roman" panose="02020603050405020304" pitchFamily="18" charset="0"/>
              </a:rPr>
              <a:t> Ramya Sri          160721747032</a:t>
            </a:r>
          </a:p>
          <a:p>
            <a:pPr algn="l"/>
            <a:r>
              <a:rPr lang="en-IN" sz="1800" dirty="0">
                <a:latin typeface="Times New Roman" panose="02020603050405020304" pitchFamily="18" charset="0"/>
                <a:cs typeface="Times New Roman" panose="02020603050405020304" pitchFamily="18" charset="0"/>
              </a:rPr>
              <a:t>    3                      Raparthi Bhoomika           160721747058</a:t>
            </a:r>
          </a:p>
          <a:p>
            <a:pPr algn="l"/>
            <a:endParaRPr lang="en-IN"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06B2C57-D22D-95C1-FB77-06EF927DA702}"/>
              </a:ext>
            </a:extLst>
          </p:cNvPr>
          <p:cNvSpPr txBox="1"/>
          <p:nvPr/>
        </p:nvSpPr>
        <p:spPr>
          <a:xfrm>
            <a:off x="1970202" y="2538490"/>
            <a:ext cx="8276734" cy="400110"/>
          </a:xfrm>
          <a:prstGeom prst="rect">
            <a:avLst/>
          </a:prstGeom>
          <a:noFill/>
        </p:spPr>
        <p:txBody>
          <a:bodyPr wrap="square" rtlCol="0">
            <a:spAutoFit/>
          </a:bodyPr>
          <a:lstStyle/>
          <a:p>
            <a:pPr algn="ctr"/>
            <a:r>
              <a:rPr lang="en-US" sz="2000" dirty="0">
                <a:solidFill>
                  <a:srgbClr val="090909"/>
                </a:solidFill>
                <a:latin typeface="Times New Roman" panose="02020603050405020304" pitchFamily="18" charset="0"/>
                <a:cs typeface="Times New Roman" panose="02020603050405020304" pitchFamily="18" charset="0"/>
              </a:rPr>
              <a:t>DEPARTMENT OF ARTIFICIAL INTELLIGENCE AND DATA SCIENCE</a:t>
            </a:r>
          </a:p>
        </p:txBody>
      </p:sp>
      <p:pic>
        <p:nvPicPr>
          <p:cNvPr id="11" name="Picture 10" descr="A close-up of a logo&#10;&#10;Description automatically generated">
            <a:extLst>
              <a:ext uri="{FF2B5EF4-FFF2-40B4-BE49-F238E27FC236}">
                <a16:creationId xmlns:a16="http://schemas.microsoft.com/office/drawing/2014/main" id="{4C32DCCC-C71D-3383-256A-0EC7C50B3C6E}"/>
              </a:ext>
            </a:extLst>
          </p:cNvPr>
          <p:cNvPicPr>
            <a:picLocks noChangeAspect="1"/>
          </p:cNvPicPr>
          <p:nvPr/>
        </p:nvPicPr>
        <p:blipFill>
          <a:blip r:embed="rId2"/>
          <a:stretch>
            <a:fillRect/>
          </a:stretch>
        </p:blipFill>
        <p:spPr>
          <a:xfrm>
            <a:off x="3048000" y="604253"/>
            <a:ext cx="6096000" cy="1229895"/>
          </a:xfrm>
          <a:prstGeom prst="rect">
            <a:avLst/>
          </a:prstGeom>
        </p:spPr>
      </p:pic>
      <p:sp>
        <p:nvSpPr>
          <p:cNvPr id="14" name="Subtitle 2">
            <a:extLst>
              <a:ext uri="{FF2B5EF4-FFF2-40B4-BE49-F238E27FC236}">
                <a16:creationId xmlns:a16="http://schemas.microsoft.com/office/drawing/2014/main" id="{31F0B8C0-F4E9-6AAC-B333-894438D80233}"/>
              </a:ext>
            </a:extLst>
          </p:cNvPr>
          <p:cNvSpPr txBox="1">
            <a:spLocks/>
          </p:cNvSpPr>
          <p:nvPr/>
        </p:nvSpPr>
        <p:spPr>
          <a:xfrm>
            <a:off x="8055204" y="5081048"/>
            <a:ext cx="3495771" cy="123868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b="1" dirty="0">
                <a:latin typeface="Times New Roman" panose="02020603050405020304" pitchFamily="18" charset="0"/>
                <a:cs typeface="Times New Roman" panose="02020603050405020304" pitchFamily="18" charset="0"/>
              </a:rPr>
              <a:t>Coordinator:</a:t>
            </a:r>
          </a:p>
          <a:p>
            <a:pPr algn="ctr"/>
            <a:r>
              <a:rPr lang="en-US" sz="1800" dirty="0">
                <a:solidFill>
                  <a:srgbClr val="090909"/>
                </a:solidFill>
                <a:latin typeface="Times New Roman" panose="02020603050405020304" pitchFamily="18" charset="0"/>
                <a:cs typeface="Times New Roman" panose="02020603050405020304" pitchFamily="18" charset="0"/>
              </a:rPr>
              <a:t>Dr. Shruthi SK,</a:t>
            </a:r>
          </a:p>
          <a:p>
            <a:r>
              <a:rPr lang="en-US" sz="1800" dirty="0">
                <a:solidFill>
                  <a:srgbClr val="090909"/>
                </a:solidFill>
                <a:latin typeface="Times New Roman" panose="02020603050405020304" pitchFamily="18" charset="0"/>
                <a:cs typeface="Times New Roman" panose="02020603050405020304" pitchFamily="18" charset="0"/>
              </a:rPr>
              <a:t>Assoc. Prof., </a:t>
            </a:r>
            <a:r>
              <a:rPr lang="en-IN" sz="1800" dirty="0">
                <a:latin typeface="Times New Roman" panose="02020603050405020304" pitchFamily="18" charset="0"/>
                <a:cs typeface="Times New Roman" panose="02020603050405020304" pitchFamily="18" charset="0"/>
              </a:rPr>
              <a:t>Dept. of CSE</a:t>
            </a:r>
          </a:p>
        </p:txBody>
      </p:sp>
    </p:spTree>
    <p:extLst>
      <p:ext uri="{BB962C8B-B14F-4D97-AF65-F5344CB8AC3E}">
        <p14:creationId xmlns:p14="http://schemas.microsoft.com/office/powerpoint/2010/main" val="4199350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1E208-D0ED-34BB-FA75-938DFF168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0CE25-23E0-9BD4-202A-A5A2906DC410}"/>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INTRODUCTION</a:t>
            </a:r>
          </a:p>
        </p:txBody>
      </p:sp>
      <p:sp>
        <p:nvSpPr>
          <p:cNvPr id="3" name="Subtitle 2">
            <a:extLst>
              <a:ext uri="{FF2B5EF4-FFF2-40B4-BE49-F238E27FC236}">
                <a16:creationId xmlns:a16="http://schemas.microsoft.com/office/drawing/2014/main" id="{F70D9EC9-BF99-94AF-2A87-168B8DDD7FA5}"/>
              </a:ext>
            </a:extLst>
          </p:cNvPr>
          <p:cNvSpPr>
            <a:spLocks noGrp="1"/>
          </p:cNvSpPr>
          <p:nvPr>
            <p:ph type="subTitle" idx="1"/>
          </p:nvPr>
        </p:nvSpPr>
        <p:spPr>
          <a:xfrm>
            <a:off x="854500" y="1696824"/>
            <a:ext cx="10482998" cy="4496583"/>
          </a:xfrm>
        </p:spPr>
        <p:txBody>
          <a:bodyPr>
            <a:noAutofit/>
          </a:bodyPr>
          <a:lstStyle/>
          <a:p>
            <a:pPr algn="just">
              <a:lnSpc>
                <a:spcPct val="100000"/>
              </a:lnSpc>
            </a:pPr>
            <a:r>
              <a:rPr lang="en-US" sz="1800" b="1" dirty="0">
                <a:latin typeface="Times New Roman" panose="02020603050405020304" pitchFamily="18" charset="0"/>
                <a:cs typeface="Times New Roman" panose="02020603050405020304" pitchFamily="18" charset="0"/>
              </a:rPr>
              <a:t>Significance:</a:t>
            </a:r>
          </a:p>
          <a:p>
            <a:pPr marL="285750" indent="-285750" algn="just">
              <a:lnSpc>
                <a:spcPct val="1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Effective multilingual communication is crucial for social interaction, travel, education, and accessibility in</a:t>
            </a:r>
          </a:p>
          <a:p>
            <a:pPr algn="just">
              <a:lnSpc>
                <a:spcPct val="100000"/>
              </a:lnSpc>
            </a:pPr>
            <a:r>
              <a:rPr lang="en-US" sz="1800" dirty="0">
                <a:latin typeface="Times New Roman" panose="02020603050405020304" pitchFamily="18" charset="0"/>
                <a:cs typeface="Times New Roman" panose="02020603050405020304" pitchFamily="18" charset="0"/>
              </a:rPr>
              <a:t>     Today’s globalized world.</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Public signboards in local languages are vital sources of information, but often pose challenges for non-native speakers and visually impaired individuals.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Recent advancements in AI, such as Optical Character Recognition (OCR), enable solutions that bridge the gap between written text and human understanding across languages.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create a Multilingual Signboard Translator for interpreting and translating text from signboard images, live audio input into the user’s preferred language, and converting the translation into speech.</a:t>
            </a:r>
          </a:p>
          <a:p>
            <a:pPr marL="285750" indent="-285750" algn="just">
              <a:lnSpc>
                <a:spcPct val="1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Developed using Python and Flask, offering a web-based interface for easy user interaction.</a:t>
            </a:r>
            <a:endParaRPr lang="en-IN" sz="1800" dirty="0"/>
          </a:p>
        </p:txBody>
      </p:sp>
      <p:pic>
        <p:nvPicPr>
          <p:cNvPr id="6" name="Picture 5">
            <a:extLst>
              <a:ext uri="{FF2B5EF4-FFF2-40B4-BE49-F238E27FC236}">
                <a16:creationId xmlns:a16="http://schemas.microsoft.com/office/drawing/2014/main" id="{3604E889-C618-B780-DE60-40C9566C8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317B9CE7-5BF6-5798-EC25-10D337769995}"/>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5911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1D0B4-B5A7-4295-1515-2440A1DB4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54C55-FFF8-EF29-7FBD-2F79B6B856A9}"/>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INTRODUCTION</a:t>
            </a:r>
          </a:p>
        </p:txBody>
      </p:sp>
      <p:sp>
        <p:nvSpPr>
          <p:cNvPr id="3" name="Subtitle 2">
            <a:extLst>
              <a:ext uri="{FF2B5EF4-FFF2-40B4-BE49-F238E27FC236}">
                <a16:creationId xmlns:a16="http://schemas.microsoft.com/office/drawing/2014/main" id="{1EBFCFE5-3C68-3878-FB65-6CB644FCFE5F}"/>
              </a:ext>
            </a:extLst>
          </p:cNvPr>
          <p:cNvSpPr>
            <a:spLocks noGrp="1"/>
          </p:cNvSpPr>
          <p:nvPr>
            <p:ph type="subTitle" idx="1"/>
          </p:nvPr>
        </p:nvSpPr>
        <p:spPr>
          <a:xfrm>
            <a:off x="716437" y="1565714"/>
            <a:ext cx="10906812" cy="4682008"/>
          </a:xfrm>
        </p:spPr>
        <p:txBody>
          <a:bodyPr>
            <a:noAutofit/>
          </a:bodyPr>
          <a:lstStyle/>
          <a:p>
            <a:pPr algn="just">
              <a:lnSpc>
                <a:spcPct val="100000"/>
              </a:lnSpc>
            </a:pPr>
            <a:r>
              <a:rPr lang="en-US" sz="1800" b="1" dirty="0">
                <a:latin typeface="Times New Roman" panose="02020603050405020304" pitchFamily="18" charset="0"/>
                <a:cs typeface="Times New Roman" panose="02020603050405020304" pitchFamily="18" charset="0"/>
              </a:rPr>
              <a:t>Technology Integration:</a:t>
            </a:r>
            <a:r>
              <a:rPr lang="en-US" sz="1800" dirty="0">
                <a:latin typeface="Times New Roman" panose="02020603050405020304" pitchFamily="18" charset="0"/>
                <a:cs typeface="Times New Roman" panose="02020603050405020304" pitchFamily="18" charset="0"/>
              </a:rPr>
              <a:t> </a:t>
            </a:r>
          </a:p>
          <a:p>
            <a:pPr algn="just">
              <a:lnSpc>
                <a:spcPct val="100000"/>
              </a:lnSpc>
            </a:pPr>
            <a:r>
              <a:rPr lang="en-US" sz="1800" dirty="0">
                <a:latin typeface="Times New Roman" panose="02020603050405020304" pitchFamily="18" charset="0"/>
                <a:cs typeface="Times New Roman" panose="02020603050405020304" pitchFamily="18" charset="0"/>
              </a:rPr>
              <a:t>Combining advanced technologies like:</a:t>
            </a:r>
          </a:p>
          <a:p>
            <a:pPr marL="285750" indent="-285750" algn="just">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Optical Character Recognition (OCR) for extracting text from signboard images.</a:t>
            </a:r>
          </a:p>
          <a:p>
            <a:pPr marL="285750" indent="-285750" algn="just">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Real-time Translation to translate text into user-preferred languages.</a:t>
            </a:r>
          </a:p>
          <a:p>
            <a:pPr marL="285750" indent="-285750" algn="just">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Speech Recognition for live audio input.</a:t>
            </a:r>
          </a:p>
          <a:p>
            <a:pPr marL="285750" indent="-285750" algn="just">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Speech Synthesis to convert translated text into audio output.</a:t>
            </a:r>
          </a:p>
          <a:p>
            <a:pPr algn="just">
              <a:lnSpc>
                <a:spcPct val="100000"/>
              </a:lnSpc>
            </a:pPr>
            <a:r>
              <a:rPr lang="en-US" sz="1800" b="1" dirty="0">
                <a:latin typeface="Times New Roman" panose="02020603050405020304" pitchFamily="18" charset="0"/>
                <a:cs typeface="Times New Roman" panose="02020603050405020304" pitchFamily="18" charset="0"/>
              </a:rPr>
              <a:t>Seamless Communication: </a:t>
            </a:r>
            <a:r>
              <a:rPr lang="en-US" sz="1800" dirty="0">
                <a:latin typeface="Times New Roman" panose="02020603050405020304" pitchFamily="18" charset="0"/>
                <a:cs typeface="Times New Roman" panose="02020603050405020304" pitchFamily="18" charset="0"/>
              </a:rPr>
              <a:t>Ensures users can understand and interact with signboards regardless of language or sensory limitations, or they can translate using the audio too.</a:t>
            </a:r>
          </a:p>
          <a:p>
            <a:pPr algn="just">
              <a:lnSpc>
                <a:spcPct val="100000"/>
              </a:lnSpc>
            </a:pPr>
            <a:r>
              <a:rPr lang="en-US" sz="1800" b="1" dirty="0">
                <a:latin typeface="Times New Roman" panose="02020603050405020304" pitchFamily="18" charset="0"/>
                <a:cs typeface="Times New Roman" panose="02020603050405020304" pitchFamily="18" charset="0"/>
              </a:rPr>
              <a:t>Impact:</a:t>
            </a:r>
          </a:p>
          <a:p>
            <a:pPr marL="285750" indent="-285750" algn="just">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Provides travelers with a tool to navigate foreign environments effectively by breaking language barriers.</a:t>
            </a:r>
          </a:p>
          <a:p>
            <a:pPr marL="285750" indent="-285750" algn="just">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Enhances accessibility for visually impaired individuals by vocalizing written content.</a:t>
            </a:r>
          </a:p>
          <a:p>
            <a:pPr marL="285750" indent="-285750" algn="just">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Demonstrates the potential of AI-driven technologies to solve real-world accessibility challenges.</a:t>
            </a:r>
            <a:endParaRPr lang="en-IN" sz="1800" dirty="0"/>
          </a:p>
        </p:txBody>
      </p:sp>
      <p:pic>
        <p:nvPicPr>
          <p:cNvPr id="6" name="Picture 5">
            <a:extLst>
              <a:ext uri="{FF2B5EF4-FFF2-40B4-BE49-F238E27FC236}">
                <a16:creationId xmlns:a16="http://schemas.microsoft.com/office/drawing/2014/main" id="{EA96F62F-BD94-F5EA-37E9-F9F18F1FBB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BB4BD13A-76D6-1903-431A-42A9AF37B4AF}"/>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6629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89FBD-0CED-0320-7097-418EFBC7B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29B75-36F7-4EB0-F1F6-9346139E1F4E}"/>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LITERATURE SURVEY</a:t>
            </a:r>
          </a:p>
        </p:txBody>
      </p:sp>
      <p:pic>
        <p:nvPicPr>
          <p:cNvPr id="6" name="Picture 5">
            <a:extLst>
              <a:ext uri="{FF2B5EF4-FFF2-40B4-BE49-F238E27FC236}">
                <a16:creationId xmlns:a16="http://schemas.microsoft.com/office/drawing/2014/main" id="{9564E24F-5CC2-67D4-0067-1F4F574AD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5F71247D-CB3A-2AAE-693D-1040EB9209EC}"/>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13" name="Rectangle 4">
            <a:extLst>
              <a:ext uri="{FF2B5EF4-FFF2-40B4-BE49-F238E27FC236}">
                <a16:creationId xmlns:a16="http://schemas.microsoft.com/office/drawing/2014/main" id="{B5E6AC9D-BFB7-976A-F599-EBEBA1ECEF77}"/>
              </a:ext>
            </a:extLst>
          </p:cNvPr>
          <p:cNvSpPr>
            <a:spLocks noChangeArrowheads="1"/>
          </p:cNvSpPr>
          <p:nvPr/>
        </p:nvSpPr>
        <p:spPr bwMode="auto">
          <a:xfrm>
            <a:off x="0" y="2209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Table 4">
            <a:extLst>
              <a:ext uri="{FF2B5EF4-FFF2-40B4-BE49-F238E27FC236}">
                <a16:creationId xmlns:a16="http://schemas.microsoft.com/office/drawing/2014/main" id="{0F6E7903-1148-5245-3950-E2395704FE5C}"/>
              </a:ext>
            </a:extLst>
          </p:cNvPr>
          <p:cNvGraphicFramePr>
            <a:graphicFrameLocks noGrp="1"/>
          </p:cNvGraphicFramePr>
          <p:nvPr>
            <p:extLst>
              <p:ext uri="{D42A27DB-BD31-4B8C-83A1-F6EECF244321}">
                <p14:modId xmlns:p14="http://schemas.microsoft.com/office/powerpoint/2010/main" val="3392072779"/>
              </p:ext>
            </p:extLst>
          </p:nvPr>
        </p:nvGraphicFramePr>
        <p:xfrm>
          <a:off x="1018095" y="1668546"/>
          <a:ext cx="10529739" cy="4345756"/>
        </p:xfrm>
        <a:graphic>
          <a:graphicData uri="http://schemas.openxmlformats.org/drawingml/2006/table">
            <a:tbl>
              <a:tblPr>
                <a:tableStyleId>{5940675A-B579-460E-94D1-54222C63F5DA}</a:tableStyleId>
              </a:tblPr>
              <a:tblGrid>
                <a:gridCol w="499620">
                  <a:extLst>
                    <a:ext uri="{9D8B030D-6E8A-4147-A177-3AD203B41FA5}">
                      <a16:colId xmlns:a16="http://schemas.microsoft.com/office/drawing/2014/main" val="1206086388"/>
                    </a:ext>
                  </a:extLst>
                </a:gridCol>
                <a:gridCol w="1700432">
                  <a:extLst>
                    <a:ext uri="{9D8B030D-6E8A-4147-A177-3AD203B41FA5}">
                      <a16:colId xmlns:a16="http://schemas.microsoft.com/office/drawing/2014/main" val="1022981714"/>
                    </a:ext>
                  </a:extLst>
                </a:gridCol>
                <a:gridCol w="1542389">
                  <a:extLst>
                    <a:ext uri="{9D8B030D-6E8A-4147-A177-3AD203B41FA5}">
                      <a16:colId xmlns:a16="http://schemas.microsoft.com/office/drawing/2014/main" val="298703644"/>
                    </a:ext>
                  </a:extLst>
                </a:gridCol>
                <a:gridCol w="939882">
                  <a:extLst>
                    <a:ext uri="{9D8B030D-6E8A-4147-A177-3AD203B41FA5}">
                      <a16:colId xmlns:a16="http://schemas.microsoft.com/office/drawing/2014/main" val="2161095434"/>
                    </a:ext>
                  </a:extLst>
                </a:gridCol>
                <a:gridCol w="1087594">
                  <a:extLst>
                    <a:ext uri="{9D8B030D-6E8A-4147-A177-3AD203B41FA5}">
                      <a16:colId xmlns:a16="http://schemas.microsoft.com/office/drawing/2014/main" val="2636795100"/>
                    </a:ext>
                  </a:extLst>
                </a:gridCol>
                <a:gridCol w="895665">
                  <a:extLst>
                    <a:ext uri="{9D8B030D-6E8A-4147-A177-3AD203B41FA5}">
                      <a16:colId xmlns:a16="http://schemas.microsoft.com/office/drawing/2014/main" val="2373886007"/>
                    </a:ext>
                  </a:extLst>
                </a:gridCol>
                <a:gridCol w="1130385">
                  <a:extLst>
                    <a:ext uri="{9D8B030D-6E8A-4147-A177-3AD203B41FA5}">
                      <a16:colId xmlns:a16="http://schemas.microsoft.com/office/drawing/2014/main" val="1108952572"/>
                    </a:ext>
                  </a:extLst>
                </a:gridCol>
                <a:gridCol w="1036948">
                  <a:extLst>
                    <a:ext uri="{9D8B030D-6E8A-4147-A177-3AD203B41FA5}">
                      <a16:colId xmlns:a16="http://schemas.microsoft.com/office/drawing/2014/main" val="1652266516"/>
                    </a:ext>
                  </a:extLst>
                </a:gridCol>
                <a:gridCol w="980291">
                  <a:extLst>
                    <a:ext uri="{9D8B030D-6E8A-4147-A177-3AD203B41FA5}">
                      <a16:colId xmlns:a16="http://schemas.microsoft.com/office/drawing/2014/main" val="3998820893"/>
                    </a:ext>
                  </a:extLst>
                </a:gridCol>
                <a:gridCol w="716533">
                  <a:extLst>
                    <a:ext uri="{9D8B030D-6E8A-4147-A177-3AD203B41FA5}">
                      <a16:colId xmlns:a16="http://schemas.microsoft.com/office/drawing/2014/main" val="3405059206"/>
                    </a:ext>
                  </a:extLst>
                </a:gridCol>
              </a:tblGrid>
              <a:tr h="447202">
                <a:tc>
                  <a:txBody>
                    <a:bodyPr/>
                    <a:lstStyle/>
                    <a:p>
                      <a:pPr algn="ctr" fontAlgn="ctr"/>
                      <a:r>
                        <a:rPr lang="en-IN" sz="1200" u="none" strike="noStrike" dirty="0" err="1">
                          <a:effectLst/>
                          <a:latin typeface="Times New Roman" panose="02020603050405020304" pitchFamily="18" charset="0"/>
                          <a:cs typeface="Times New Roman" panose="02020603050405020304" pitchFamily="18" charset="0"/>
                        </a:rPr>
                        <a:t>S.No</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Paper Title</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Authors</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Technique</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Learning Methodology</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Advantages</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Disadvantages</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Future Scope</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Evaluation Metrics</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Accuracy</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extLst>
                  <a:ext uri="{0D108BD9-81ED-4DB2-BD59-A6C34878D82A}">
                    <a16:rowId xmlns:a16="http://schemas.microsoft.com/office/drawing/2014/main" val="653693761"/>
                  </a:ext>
                </a:extLst>
              </a:tr>
              <a:tr h="1328691">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1</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A Robust Intelligent System for Text-Based Traffic Signs Detection and Recognition in Challenging Weather Conditions (2024)</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Khalid, Sara, et al.</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US" sz="1200" u="none" strike="noStrike">
                          <a:effectLst/>
                          <a:latin typeface="Times New Roman" panose="02020603050405020304" pitchFamily="18" charset="0"/>
                          <a:cs typeface="Times New Roman" panose="02020603050405020304" pitchFamily="18" charset="0"/>
                        </a:rPr>
                        <a:t>Hybrid CNN-SVM for detection and classification</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Supervised Learning</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Robust in adverse weather</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Computationally expensive</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Broader traffic sign categories</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Accuracy, Precision, Recall</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94.50%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extLst>
                  <a:ext uri="{0D108BD9-81ED-4DB2-BD59-A6C34878D82A}">
                    <a16:rowId xmlns:a16="http://schemas.microsoft.com/office/drawing/2014/main" val="247769463"/>
                  </a:ext>
                </a:extLst>
              </a:tr>
              <a:tr h="1108319">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2</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US" sz="1200" u="none" strike="noStrike" dirty="0" err="1">
                          <a:effectLst/>
                          <a:latin typeface="Times New Roman" panose="02020603050405020304" pitchFamily="18" charset="0"/>
                          <a:cs typeface="Times New Roman" panose="02020603050405020304" pitchFamily="18" charset="0"/>
                        </a:rPr>
                        <a:t>SignboardText</a:t>
                      </a:r>
                      <a:r>
                        <a:rPr lang="en-US" sz="1200" u="none" strike="noStrike" dirty="0">
                          <a:effectLst/>
                          <a:latin typeface="Times New Roman" panose="02020603050405020304" pitchFamily="18" charset="0"/>
                          <a:cs typeface="Times New Roman" panose="02020603050405020304" pitchFamily="18" charset="0"/>
                        </a:rPr>
                        <a:t>: Text Detection and Recognition in In-the-Wild Signboard Images (2024)</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Do, Tien, et al.</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TextSnake, PANet, FCENet </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Supervised Learning</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High accuracy in real-world</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Struggles with blockages</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Multilingual signboards</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F1 Score, IoU</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92.70%</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extLst>
                  <a:ext uri="{0D108BD9-81ED-4DB2-BD59-A6C34878D82A}">
                    <a16:rowId xmlns:a16="http://schemas.microsoft.com/office/drawing/2014/main" val="877975856"/>
                  </a:ext>
                </a:extLst>
              </a:tr>
              <a:tr h="1461544">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3</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Show Me the World in My Language: Establishing the First Baseline for Scene-Text to Scene-Text Translation (2023)</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Vaidya, Shreyas, et al.</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Transformer-based scene-text translation (</a:t>
                      </a:r>
                      <a:r>
                        <a:rPr lang="en-IN" sz="1200" u="none" strike="noStrike" dirty="0" err="1">
                          <a:effectLst/>
                          <a:latin typeface="Times New Roman" panose="02020603050405020304" pitchFamily="18" charset="0"/>
                          <a:cs typeface="Times New Roman" panose="02020603050405020304" pitchFamily="18" charset="0"/>
                        </a:rPr>
                        <a:t>SRNet</a:t>
                      </a:r>
                      <a:r>
                        <a:rPr lang="en-IN" sz="1200" u="none" strike="noStrike" dirty="0">
                          <a:effectLst/>
                          <a:latin typeface="Times New Roman" panose="02020603050405020304" pitchFamily="18" charset="0"/>
                          <a:cs typeface="Times New Roman" panose="02020603050405020304" pitchFamily="18" charset="0"/>
                        </a:rPr>
                        <a:t>, ControlNet)</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Semi-supervised Learning</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Efficient cross-language translation</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Requires large datasets</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Low-resource languages</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BLEU, Translation Accuracy</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89.40%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extLst>
                  <a:ext uri="{0D108BD9-81ED-4DB2-BD59-A6C34878D82A}">
                    <a16:rowId xmlns:a16="http://schemas.microsoft.com/office/drawing/2014/main" val="3213363195"/>
                  </a:ext>
                </a:extLst>
              </a:tr>
            </a:tbl>
          </a:graphicData>
        </a:graphic>
      </p:graphicFrame>
    </p:spTree>
    <p:extLst>
      <p:ext uri="{BB962C8B-B14F-4D97-AF65-F5344CB8AC3E}">
        <p14:creationId xmlns:p14="http://schemas.microsoft.com/office/powerpoint/2010/main" val="2863255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7243D-D537-60C9-B3A5-B3A0DAA9E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7EBD7-C6A0-1A4B-759A-57A21C113B95}"/>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LITERATURE SURVEY</a:t>
            </a:r>
          </a:p>
        </p:txBody>
      </p:sp>
      <p:pic>
        <p:nvPicPr>
          <p:cNvPr id="6" name="Picture 5">
            <a:extLst>
              <a:ext uri="{FF2B5EF4-FFF2-40B4-BE49-F238E27FC236}">
                <a16:creationId xmlns:a16="http://schemas.microsoft.com/office/drawing/2014/main" id="{246199F7-D609-02EE-8470-6244E3930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50F496C0-6908-B9ED-FFA1-758D6287D5EE}"/>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13" name="Rectangle 4">
            <a:extLst>
              <a:ext uri="{FF2B5EF4-FFF2-40B4-BE49-F238E27FC236}">
                <a16:creationId xmlns:a16="http://schemas.microsoft.com/office/drawing/2014/main" id="{A01ABFA3-4BEA-3B92-B0BE-5D724C1DB5B2}"/>
              </a:ext>
            </a:extLst>
          </p:cNvPr>
          <p:cNvSpPr>
            <a:spLocks noChangeArrowheads="1"/>
          </p:cNvSpPr>
          <p:nvPr/>
        </p:nvSpPr>
        <p:spPr bwMode="auto">
          <a:xfrm>
            <a:off x="0" y="2209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Table 4">
            <a:extLst>
              <a:ext uri="{FF2B5EF4-FFF2-40B4-BE49-F238E27FC236}">
                <a16:creationId xmlns:a16="http://schemas.microsoft.com/office/drawing/2014/main" id="{FC91297D-76D4-E75B-99A6-BFD948D63AE2}"/>
              </a:ext>
            </a:extLst>
          </p:cNvPr>
          <p:cNvGraphicFramePr>
            <a:graphicFrameLocks noGrp="1"/>
          </p:cNvGraphicFramePr>
          <p:nvPr>
            <p:extLst>
              <p:ext uri="{D42A27DB-BD31-4B8C-83A1-F6EECF244321}">
                <p14:modId xmlns:p14="http://schemas.microsoft.com/office/powerpoint/2010/main" val="2130875395"/>
              </p:ext>
            </p:extLst>
          </p:nvPr>
        </p:nvGraphicFramePr>
        <p:xfrm>
          <a:off x="1036948" y="1942281"/>
          <a:ext cx="10492033" cy="3487554"/>
        </p:xfrm>
        <a:graphic>
          <a:graphicData uri="http://schemas.openxmlformats.org/drawingml/2006/table">
            <a:tbl>
              <a:tblPr>
                <a:tableStyleId>{5940675A-B579-460E-94D1-54222C63F5DA}</a:tableStyleId>
              </a:tblPr>
              <a:tblGrid>
                <a:gridCol w="518475">
                  <a:extLst>
                    <a:ext uri="{9D8B030D-6E8A-4147-A177-3AD203B41FA5}">
                      <a16:colId xmlns:a16="http://schemas.microsoft.com/office/drawing/2014/main" val="1206086388"/>
                    </a:ext>
                  </a:extLst>
                </a:gridCol>
                <a:gridCol w="1673699">
                  <a:extLst>
                    <a:ext uri="{9D8B030D-6E8A-4147-A177-3AD203B41FA5}">
                      <a16:colId xmlns:a16="http://schemas.microsoft.com/office/drawing/2014/main" val="1022981714"/>
                    </a:ext>
                  </a:extLst>
                </a:gridCol>
                <a:gridCol w="1606423">
                  <a:extLst>
                    <a:ext uri="{9D8B030D-6E8A-4147-A177-3AD203B41FA5}">
                      <a16:colId xmlns:a16="http://schemas.microsoft.com/office/drawing/2014/main" val="298703644"/>
                    </a:ext>
                  </a:extLst>
                </a:gridCol>
                <a:gridCol w="866960">
                  <a:extLst>
                    <a:ext uri="{9D8B030D-6E8A-4147-A177-3AD203B41FA5}">
                      <a16:colId xmlns:a16="http://schemas.microsoft.com/office/drawing/2014/main" val="2161095434"/>
                    </a:ext>
                  </a:extLst>
                </a:gridCol>
                <a:gridCol w="1083699">
                  <a:extLst>
                    <a:ext uri="{9D8B030D-6E8A-4147-A177-3AD203B41FA5}">
                      <a16:colId xmlns:a16="http://schemas.microsoft.com/office/drawing/2014/main" val="2636795100"/>
                    </a:ext>
                  </a:extLst>
                </a:gridCol>
                <a:gridCol w="892457">
                  <a:extLst>
                    <a:ext uri="{9D8B030D-6E8A-4147-A177-3AD203B41FA5}">
                      <a16:colId xmlns:a16="http://schemas.microsoft.com/office/drawing/2014/main" val="2373886007"/>
                    </a:ext>
                  </a:extLst>
                </a:gridCol>
                <a:gridCol w="1154254">
                  <a:extLst>
                    <a:ext uri="{9D8B030D-6E8A-4147-A177-3AD203B41FA5}">
                      <a16:colId xmlns:a16="http://schemas.microsoft.com/office/drawing/2014/main" val="1108952572"/>
                    </a:ext>
                  </a:extLst>
                </a:gridCol>
                <a:gridCol w="1046376">
                  <a:extLst>
                    <a:ext uri="{9D8B030D-6E8A-4147-A177-3AD203B41FA5}">
                      <a16:colId xmlns:a16="http://schemas.microsoft.com/office/drawing/2014/main" val="1652266516"/>
                    </a:ext>
                  </a:extLst>
                </a:gridCol>
                <a:gridCol w="935723">
                  <a:extLst>
                    <a:ext uri="{9D8B030D-6E8A-4147-A177-3AD203B41FA5}">
                      <a16:colId xmlns:a16="http://schemas.microsoft.com/office/drawing/2014/main" val="3998820893"/>
                    </a:ext>
                  </a:extLst>
                </a:gridCol>
                <a:gridCol w="713967">
                  <a:extLst>
                    <a:ext uri="{9D8B030D-6E8A-4147-A177-3AD203B41FA5}">
                      <a16:colId xmlns:a16="http://schemas.microsoft.com/office/drawing/2014/main" val="3405059206"/>
                    </a:ext>
                  </a:extLst>
                </a:gridCol>
              </a:tblGrid>
              <a:tr h="540751">
                <a:tc>
                  <a:txBody>
                    <a:bodyPr/>
                    <a:lstStyle/>
                    <a:p>
                      <a:pPr algn="ctr" fontAlgn="ctr"/>
                      <a:r>
                        <a:rPr lang="en-IN" sz="1200" u="none" strike="noStrike" dirty="0" err="1">
                          <a:effectLst/>
                          <a:latin typeface="Times New Roman" panose="02020603050405020304" pitchFamily="18" charset="0"/>
                          <a:cs typeface="Times New Roman" panose="02020603050405020304" pitchFamily="18" charset="0"/>
                        </a:rPr>
                        <a:t>S.No</a:t>
                      </a: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Paper Title</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Authors</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Technique</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Learning Methodology</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Advantages</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Disadvantages</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Future Scope</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Evaluation Metrics</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Accuracy</a:t>
                      </a:r>
                      <a:endParaRPr lang="en-IN" sz="1200" b="1"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extLst>
                  <a:ext uri="{0D108BD9-81ED-4DB2-BD59-A6C34878D82A}">
                    <a16:rowId xmlns:a16="http://schemas.microsoft.com/office/drawing/2014/main" val="653693761"/>
                  </a:ext>
                </a:extLst>
              </a:tr>
              <a:tr h="1606638">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4</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The image of China as a destination for tourist: translation strategies of culture-specific items in the Chinese-English food menus (2023)</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Amenador, Kate Benedicta, and Zhiwei Wang</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US" sz="1200" u="none" strike="noStrike">
                          <a:effectLst/>
                          <a:latin typeface="Times New Roman" panose="02020603050405020304" pitchFamily="18" charset="0"/>
                          <a:cs typeface="Times New Roman" panose="02020603050405020304" pitchFamily="18" charset="0"/>
                        </a:rPr>
                        <a:t>Manual analysis of translation strategies</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Qualitative Analysis</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Highlights cultural challenges</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Limited datasets</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Automated cultural context</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NA</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NA</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extLst>
                  <a:ext uri="{0D108BD9-81ED-4DB2-BD59-A6C34878D82A}">
                    <a16:rowId xmlns:a16="http://schemas.microsoft.com/office/drawing/2014/main" val="1292578964"/>
                  </a:ext>
                </a:extLst>
              </a:tr>
              <a:tr h="1340165">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5</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Traffic Signboard Recognition and Text Translation System using Word Spotting and Machine Learning (2022)</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Usha, S. M., D. Mahesh Kumar, and H. B. Mahesh</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US" sz="1200" u="none" strike="noStrike">
                          <a:effectLst/>
                          <a:latin typeface="Times New Roman" panose="02020603050405020304" pitchFamily="18" charset="0"/>
                          <a:cs typeface="Times New Roman" panose="02020603050405020304" pitchFamily="18" charset="0"/>
                        </a:rPr>
                        <a:t>Word spotting with ML (CNN,         K-Means)</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Supervised Learning</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Reliable recognition and translation</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Limited language support</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a:effectLst/>
                          <a:latin typeface="Times New Roman" panose="02020603050405020304" pitchFamily="18" charset="0"/>
                          <a:cs typeface="Times New Roman" panose="02020603050405020304" pitchFamily="18" charset="0"/>
                        </a:rPr>
                        <a:t>Real-time implementation</a:t>
                      </a:r>
                      <a:endParaRPr lang="en-I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Accuracy, Latency</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93.10%</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59" marR="5359" marT="5359" marB="0" anchor="ctr"/>
                </a:tc>
                <a:extLst>
                  <a:ext uri="{0D108BD9-81ED-4DB2-BD59-A6C34878D82A}">
                    <a16:rowId xmlns:a16="http://schemas.microsoft.com/office/drawing/2014/main" val="1430454772"/>
                  </a:ext>
                </a:extLst>
              </a:tr>
            </a:tbl>
          </a:graphicData>
        </a:graphic>
      </p:graphicFrame>
    </p:spTree>
    <p:extLst>
      <p:ext uri="{BB962C8B-B14F-4D97-AF65-F5344CB8AC3E}">
        <p14:creationId xmlns:p14="http://schemas.microsoft.com/office/powerpoint/2010/main" val="3542857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4266F-85FE-D03A-80AF-3597657F0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AB896-42B8-7D1D-6D65-CD731BFFD2E3}"/>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643BE6EC-33F6-35E2-C3E0-DC28738430B2}"/>
              </a:ext>
            </a:extLst>
          </p:cNvPr>
          <p:cNvSpPr>
            <a:spLocks noGrp="1"/>
          </p:cNvSpPr>
          <p:nvPr>
            <p:ph type="subTitle" idx="1"/>
          </p:nvPr>
        </p:nvSpPr>
        <p:spPr>
          <a:xfrm>
            <a:off x="876301" y="1695452"/>
            <a:ext cx="10577266" cy="4162421"/>
          </a:xfrm>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research addresses the challenge of understanding signboards in unfamiliar languages by developing a system that extracts text from images or live audio, translates it into the user’s chosen language, and converts it to speech. The primary question is how AI can be utilized to develop a multilingual, accessible text-to-speech system for a diverse range of users. The innovative contribution is a single, real-time solution combining OCR, translation, and speech synthesis for practical use. This study is significant since it bridges language barriers and enhances inclusivity while utilizing reliable AI frameworks to ensure scalability and impact.</a:t>
            </a:r>
            <a:endParaRPr lang="en-IN"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47CB67E-232E-4E20-277C-139787A9B8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79BAAA33-9E40-1512-6C86-47EC9FDB9ADF}"/>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5366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6F3BD-848F-73DB-699C-7EC5C4BE6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C034E-8E64-E1F0-E0D1-5E9F573A4A2B}"/>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OBJECTIVES</a:t>
            </a:r>
          </a:p>
        </p:txBody>
      </p:sp>
      <p:sp>
        <p:nvSpPr>
          <p:cNvPr id="3" name="Subtitle 2">
            <a:extLst>
              <a:ext uri="{FF2B5EF4-FFF2-40B4-BE49-F238E27FC236}">
                <a16:creationId xmlns:a16="http://schemas.microsoft.com/office/drawing/2014/main" id="{CC4AE44B-7D69-084B-13D0-F675F4040C84}"/>
              </a:ext>
            </a:extLst>
          </p:cNvPr>
          <p:cNvSpPr>
            <a:spLocks noGrp="1"/>
          </p:cNvSpPr>
          <p:nvPr>
            <p:ph type="subTitle" idx="1"/>
          </p:nvPr>
        </p:nvSpPr>
        <p:spPr>
          <a:xfrm>
            <a:off x="791998" y="1492546"/>
            <a:ext cx="10661569" cy="4682011"/>
          </a:xfrm>
        </p:spPr>
        <p:txBody>
          <a:bodyPr>
            <a:normAutofit lnSpcReduction="10000"/>
          </a:bodyPr>
          <a:lstStyle/>
          <a:p>
            <a:pPr marL="342900" indent="-342900" algn="just">
              <a:lnSpc>
                <a:spcPct val="150000"/>
              </a:lnSpc>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Text Recognition: </a:t>
            </a:r>
            <a:r>
              <a:rPr lang="en-US" sz="1900" dirty="0">
                <a:latin typeface="Times New Roman" panose="02020603050405020304" pitchFamily="18" charset="0"/>
                <a:cs typeface="Times New Roman" panose="02020603050405020304" pitchFamily="18" charset="0"/>
              </a:rPr>
              <a:t>Develop a system using Tesseract OCR to extract text from images of signboards accurately.</a:t>
            </a:r>
          </a:p>
          <a:p>
            <a:pPr marL="342900" indent="-342900" algn="just">
              <a:lnSpc>
                <a:spcPct val="150000"/>
              </a:lnSpc>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Multilingual Translation: </a:t>
            </a:r>
            <a:r>
              <a:rPr lang="en-US" sz="1900" dirty="0">
                <a:latin typeface="Times New Roman" panose="02020603050405020304" pitchFamily="18" charset="0"/>
                <a:cs typeface="Times New Roman" panose="02020603050405020304" pitchFamily="18" charset="0"/>
              </a:rPr>
              <a:t>Enable real-time translation of extracted text into Indian and global languages using the Google Translate API.</a:t>
            </a:r>
          </a:p>
          <a:p>
            <a:pPr marL="342900" indent="-342900" algn="just">
              <a:lnSpc>
                <a:spcPct val="150000"/>
              </a:lnSpc>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Audio Input:</a:t>
            </a:r>
            <a:r>
              <a:rPr lang="en-US" sz="1900" dirty="0">
                <a:latin typeface="Times New Roman" panose="02020603050405020304" pitchFamily="18" charset="0"/>
                <a:cs typeface="Times New Roman" panose="02020603050405020304" pitchFamily="18" charset="0"/>
              </a:rPr>
              <a:t> The user can also use the audio input using the speak live button and translate to their preferred language.</a:t>
            </a:r>
            <a:endParaRPr lang="en-US" sz="19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Text-to-Speech Conversion: </a:t>
            </a:r>
            <a:r>
              <a:rPr lang="en-US" sz="1900" dirty="0">
                <a:latin typeface="Times New Roman" panose="02020603050405020304" pitchFamily="18" charset="0"/>
                <a:cs typeface="Times New Roman" panose="02020603050405020304" pitchFamily="18" charset="0"/>
              </a:rPr>
              <a:t>Convert translated text into natural-sounding audio with the Google Text-to-Speech API, ensuring accessibility for visually impaired users.</a:t>
            </a:r>
          </a:p>
          <a:p>
            <a:pPr marL="342900" indent="-342900" algn="just">
              <a:lnSpc>
                <a:spcPct val="150000"/>
              </a:lnSpc>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Image Validation: </a:t>
            </a:r>
            <a:r>
              <a:rPr lang="en-US" sz="1900" dirty="0">
                <a:latin typeface="Times New Roman" panose="02020603050405020304" pitchFamily="18" charset="0"/>
                <a:cs typeface="Times New Roman" panose="02020603050405020304" pitchFamily="18" charset="0"/>
              </a:rPr>
              <a:t>Implement a mechanism to check the clarity of uploaded images, providing feedback for unclear inputs to improve usability.</a:t>
            </a:r>
          </a:p>
        </p:txBody>
      </p:sp>
      <p:pic>
        <p:nvPicPr>
          <p:cNvPr id="6" name="Picture 5">
            <a:extLst>
              <a:ext uri="{FF2B5EF4-FFF2-40B4-BE49-F238E27FC236}">
                <a16:creationId xmlns:a16="http://schemas.microsoft.com/office/drawing/2014/main" id="{D756A796-E9A8-7ACE-D332-AA13EFB145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FDEC4144-8BB2-D66B-6F88-BC1E84D51A6C}"/>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5436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BF1F0-6EAB-EA58-C267-5A37E7F5F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08632-E0FE-79AC-63DF-E61847109FA7}"/>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ARCHITECTURE</a:t>
            </a:r>
          </a:p>
        </p:txBody>
      </p:sp>
      <p:pic>
        <p:nvPicPr>
          <p:cNvPr id="6" name="Picture 5">
            <a:extLst>
              <a:ext uri="{FF2B5EF4-FFF2-40B4-BE49-F238E27FC236}">
                <a16:creationId xmlns:a16="http://schemas.microsoft.com/office/drawing/2014/main" id="{769E4AD1-1A32-B32B-53DC-FD936BA852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D8196FA9-3EDC-3087-CAE5-38CBFE24D64E}"/>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72" name="TextBox 71">
            <a:extLst>
              <a:ext uri="{FF2B5EF4-FFF2-40B4-BE49-F238E27FC236}">
                <a16:creationId xmlns:a16="http://schemas.microsoft.com/office/drawing/2014/main" id="{ED93D0EB-CB58-0648-05EB-BC447746AC70}"/>
              </a:ext>
            </a:extLst>
          </p:cNvPr>
          <p:cNvSpPr txBox="1"/>
          <p:nvPr/>
        </p:nvSpPr>
        <p:spPr>
          <a:xfrm>
            <a:off x="917590" y="2285321"/>
            <a:ext cx="1007534"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User</a:t>
            </a:r>
          </a:p>
        </p:txBody>
      </p:sp>
      <p:sp>
        <p:nvSpPr>
          <p:cNvPr id="73" name="Parallelogram 72">
            <a:extLst>
              <a:ext uri="{FF2B5EF4-FFF2-40B4-BE49-F238E27FC236}">
                <a16:creationId xmlns:a16="http://schemas.microsoft.com/office/drawing/2014/main" id="{CF820F09-A8D5-C275-1B7F-6FE5B2B3E151}"/>
              </a:ext>
            </a:extLst>
          </p:cNvPr>
          <p:cNvSpPr/>
          <p:nvPr/>
        </p:nvSpPr>
        <p:spPr>
          <a:xfrm>
            <a:off x="4319802" y="2721150"/>
            <a:ext cx="1791093" cy="678723"/>
          </a:xfrm>
          <a:prstGeom prst="parallelogram">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4" name="TextBox 73">
            <a:extLst>
              <a:ext uri="{FF2B5EF4-FFF2-40B4-BE49-F238E27FC236}">
                <a16:creationId xmlns:a16="http://schemas.microsoft.com/office/drawing/2014/main" id="{1A874402-D42A-5E07-CA8D-B5C68F5156A3}"/>
              </a:ext>
            </a:extLst>
          </p:cNvPr>
          <p:cNvSpPr txBox="1"/>
          <p:nvPr/>
        </p:nvSpPr>
        <p:spPr>
          <a:xfrm>
            <a:off x="4407922" y="1548307"/>
            <a:ext cx="1545996"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Uploads Image</a:t>
            </a:r>
            <a:endParaRPr lang="en-IN" dirty="0">
              <a:latin typeface="Times New Roman" panose="02020603050405020304" pitchFamily="18" charset="0"/>
              <a:cs typeface="Times New Roman" panose="02020603050405020304" pitchFamily="18" charset="0"/>
            </a:endParaRPr>
          </a:p>
        </p:txBody>
      </p:sp>
      <p:sp>
        <p:nvSpPr>
          <p:cNvPr id="75" name="Rectangle 74">
            <a:extLst>
              <a:ext uri="{FF2B5EF4-FFF2-40B4-BE49-F238E27FC236}">
                <a16:creationId xmlns:a16="http://schemas.microsoft.com/office/drawing/2014/main" id="{DA41E081-D095-276C-1EB7-0E54F9AF69C8}"/>
              </a:ext>
            </a:extLst>
          </p:cNvPr>
          <p:cNvSpPr/>
          <p:nvPr/>
        </p:nvSpPr>
        <p:spPr>
          <a:xfrm>
            <a:off x="6741730" y="1530552"/>
            <a:ext cx="1508288" cy="678719"/>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TextBox 76">
            <a:extLst>
              <a:ext uri="{FF2B5EF4-FFF2-40B4-BE49-F238E27FC236}">
                <a16:creationId xmlns:a16="http://schemas.microsoft.com/office/drawing/2014/main" id="{A76A4772-C378-40FF-0AC1-3C62DCE2A809}"/>
              </a:ext>
            </a:extLst>
          </p:cNvPr>
          <p:cNvSpPr txBox="1"/>
          <p:nvPr/>
        </p:nvSpPr>
        <p:spPr>
          <a:xfrm>
            <a:off x="6741729" y="1533409"/>
            <a:ext cx="1508288"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Image Processing</a:t>
            </a:r>
            <a:endParaRPr lang="en-IN" dirty="0">
              <a:latin typeface="Times New Roman" panose="02020603050405020304" pitchFamily="18" charset="0"/>
              <a:cs typeface="Times New Roman" panose="02020603050405020304" pitchFamily="18" charset="0"/>
            </a:endParaRPr>
          </a:p>
        </p:txBody>
      </p:sp>
      <p:sp>
        <p:nvSpPr>
          <p:cNvPr id="80" name="Diamond 79">
            <a:extLst>
              <a:ext uri="{FF2B5EF4-FFF2-40B4-BE49-F238E27FC236}">
                <a16:creationId xmlns:a16="http://schemas.microsoft.com/office/drawing/2014/main" id="{DF34EBD4-56CA-5DF2-D9DC-40ABE013DCCC}"/>
              </a:ext>
            </a:extLst>
          </p:cNvPr>
          <p:cNvSpPr/>
          <p:nvPr/>
        </p:nvSpPr>
        <p:spPr>
          <a:xfrm>
            <a:off x="6748454" y="2604720"/>
            <a:ext cx="1508288" cy="1263192"/>
          </a:xfrm>
          <a:prstGeom prst="diamond">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TextBox 80">
            <a:extLst>
              <a:ext uri="{FF2B5EF4-FFF2-40B4-BE49-F238E27FC236}">
                <a16:creationId xmlns:a16="http://schemas.microsoft.com/office/drawing/2014/main" id="{FA94998B-1FCF-BFD3-979F-962B34D42B17}"/>
              </a:ext>
            </a:extLst>
          </p:cNvPr>
          <p:cNvSpPr txBox="1"/>
          <p:nvPr/>
        </p:nvSpPr>
        <p:spPr>
          <a:xfrm>
            <a:off x="6722875" y="2755868"/>
            <a:ext cx="1545996"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Is the </a:t>
            </a:r>
          </a:p>
          <a:p>
            <a:pPr algn="ctr"/>
            <a:r>
              <a:rPr lang="en-US" dirty="0">
                <a:latin typeface="Times New Roman" panose="02020603050405020304" pitchFamily="18" charset="0"/>
                <a:cs typeface="Times New Roman" panose="02020603050405020304" pitchFamily="18" charset="0"/>
              </a:rPr>
              <a:t>Image </a:t>
            </a:r>
          </a:p>
          <a:p>
            <a:pPr algn="ctr"/>
            <a:r>
              <a:rPr lang="en-US" dirty="0">
                <a:latin typeface="Times New Roman" panose="02020603050405020304" pitchFamily="18" charset="0"/>
                <a:cs typeface="Times New Roman" panose="02020603050405020304" pitchFamily="18" charset="0"/>
              </a:rPr>
              <a:t>Clear?</a:t>
            </a:r>
            <a:endParaRPr lang="en-IN" dirty="0">
              <a:latin typeface="Times New Roman" panose="02020603050405020304" pitchFamily="18" charset="0"/>
              <a:cs typeface="Times New Roman" panose="02020603050405020304" pitchFamily="18" charset="0"/>
            </a:endParaRPr>
          </a:p>
        </p:txBody>
      </p:sp>
      <p:sp>
        <p:nvSpPr>
          <p:cNvPr id="83" name="Parallelogram 82">
            <a:extLst>
              <a:ext uri="{FF2B5EF4-FFF2-40B4-BE49-F238E27FC236}">
                <a16:creationId xmlns:a16="http://schemas.microsoft.com/office/drawing/2014/main" id="{A83755EB-27D7-642F-BE7C-A715C025A572}"/>
              </a:ext>
            </a:extLst>
          </p:cNvPr>
          <p:cNvSpPr/>
          <p:nvPr/>
        </p:nvSpPr>
        <p:spPr>
          <a:xfrm>
            <a:off x="8904898" y="2774654"/>
            <a:ext cx="2714920" cy="923323"/>
          </a:xfrm>
          <a:prstGeom prst="parallelogram">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TextBox 84">
            <a:extLst>
              <a:ext uri="{FF2B5EF4-FFF2-40B4-BE49-F238E27FC236}">
                <a16:creationId xmlns:a16="http://schemas.microsoft.com/office/drawing/2014/main" id="{CB3C0DE8-2CB0-3DC9-CBE3-1B5660F58197}"/>
              </a:ext>
            </a:extLst>
          </p:cNvPr>
          <p:cNvSpPr txBox="1"/>
          <p:nvPr/>
        </p:nvSpPr>
        <p:spPr>
          <a:xfrm>
            <a:off x="9020313" y="2774651"/>
            <a:ext cx="2469822"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Display an Error message and ask for a clearer image</a:t>
            </a:r>
          </a:p>
        </p:txBody>
      </p:sp>
      <p:sp>
        <p:nvSpPr>
          <p:cNvPr id="87" name="Rectangle 86">
            <a:extLst>
              <a:ext uri="{FF2B5EF4-FFF2-40B4-BE49-F238E27FC236}">
                <a16:creationId xmlns:a16="http://schemas.microsoft.com/office/drawing/2014/main" id="{9304487C-565D-C5BC-0FFC-3B6459BEDF4D}"/>
              </a:ext>
            </a:extLst>
          </p:cNvPr>
          <p:cNvSpPr/>
          <p:nvPr/>
        </p:nvSpPr>
        <p:spPr>
          <a:xfrm>
            <a:off x="6520198" y="4147953"/>
            <a:ext cx="1951349" cy="850135"/>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TextBox 88">
            <a:extLst>
              <a:ext uri="{FF2B5EF4-FFF2-40B4-BE49-F238E27FC236}">
                <a16:creationId xmlns:a16="http://schemas.microsoft.com/office/drawing/2014/main" id="{C0AF66BF-F887-5E53-C953-E6B0EBCA07F7}"/>
              </a:ext>
            </a:extLst>
          </p:cNvPr>
          <p:cNvSpPr txBox="1"/>
          <p:nvPr/>
        </p:nvSpPr>
        <p:spPr>
          <a:xfrm>
            <a:off x="6525527" y="4260133"/>
            <a:ext cx="1948175"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OCR (Tesseract) extracts text</a:t>
            </a:r>
            <a:endParaRPr lang="en-IN" dirty="0">
              <a:latin typeface="Times New Roman" panose="02020603050405020304" pitchFamily="18" charset="0"/>
              <a:cs typeface="Times New Roman" panose="02020603050405020304" pitchFamily="18" charset="0"/>
            </a:endParaRPr>
          </a:p>
        </p:txBody>
      </p:sp>
      <p:sp>
        <p:nvSpPr>
          <p:cNvPr id="90" name="Rectangle 89">
            <a:extLst>
              <a:ext uri="{FF2B5EF4-FFF2-40B4-BE49-F238E27FC236}">
                <a16:creationId xmlns:a16="http://schemas.microsoft.com/office/drawing/2014/main" id="{955DE75E-69C1-CF50-358D-FEC817A1ED44}"/>
              </a:ext>
            </a:extLst>
          </p:cNvPr>
          <p:cNvSpPr/>
          <p:nvPr/>
        </p:nvSpPr>
        <p:spPr>
          <a:xfrm>
            <a:off x="4163939" y="4098910"/>
            <a:ext cx="1955613" cy="945267"/>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TextBox 91">
            <a:extLst>
              <a:ext uri="{FF2B5EF4-FFF2-40B4-BE49-F238E27FC236}">
                <a16:creationId xmlns:a16="http://schemas.microsoft.com/office/drawing/2014/main" id="{D0F958BA-FF60-CC45-0FBE-2A2A6E7CF4BF}"/>
              </a:ext>
            </a:extLst>
          </p:cNvPr>
          <p:cNvSpPr txBox="1"/>
          <p:nvPr/>
        </p:nvSpPr>
        <p:spPr>
          <a:xfrm>
            <a:off x="4162873" y="4120278"/>
            <a:ext cx="1951349"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Translates text using Google API (User’s choice)</a:t>
            </a:r>
            <a:endParaRPr lang="en-IN" dirty="0">
              <a:latin typeface="Times New Roman" panose="02020603050405020304" pitchFamily="18" charset="0"/>
              <a:cs typeface="Times New Roman" panose="02020603050405020304" pitchFamily="18" charset="0"/>
            </a:endParaRPr>
          </a:p>
        </p:txBody>
      </p:sp>
      <p:cxnSp>
        <p:nvCxnSpPr>
          <p:cNvPr id="94" name="Straight Arrow Connector 93">
            <a:extLst>
              <a:ext uri="{FF2B5EF4-FFF2-40B4-BE49-F238E27FC236}">
                <a16:creationId xmlns:a16="http://schemas.microsoft.com/office/drawing/2014/main" id="{ACF8F2D7-162E-E3D2-A91B-54C21701F10F}"/>
              </a:ext>
            </a:extLst>
          </p:cNvPr>
          <p:cNvCxnSpPr>
            <a:cxnSpLocks/>
            <a:stCxn id="111" idx="2"/>
            <a:endCxn id="75" idx="1"/>
          </p:cNvCxnSpPr>
          <p:nvPr/>
        </p:nvCxnSpPr>
        <p:spPr>
          <a:xfrm flipV="1">
            <a:off x="6011159" y="1869912"/>
            <a:ext cx="730571" cy="414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5" name="Straight Arrow Connector 94">
            <a:extLst>
              <a:ext uri="{FF2B5EF4-FFF2-40B4-BE49-F238E27FC236}">
                <a16:creationId xmlns:a16="http://schemas.microsoft.com/office/drawing/2014/main" id="{A930737E-BD02-5716-34E6-BFF2563D09DF}"/>
              </a:ext>
            </a:extLst>
          </p:cNvPr>
          <p:cNvCxnSpPr>
            <a:stCxn id="75" idx="2"/>
            <a:endCxn id="80" idx="0"/>
          </p:cNvCxnSpPr>
          <p:nvPr/>
        </p:nvCxnSpPr>
        <p:spPr>
          <a:xfrm>
            <a:off x="7495874" y="2209271"/>
            <a:ext cx="6724" cy="3954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6" name="Straight Arrow Connector 95">
            <a:extLst>
              <a:ext uri="{FF2B5EF4-FFF2-40B4-BE49-F238E27FC236}">
                <a16:creationId xmlns:a16="http://schemas.microsoft.com/office/drawing/2014/main" id="{A1E99178-6B92-AA92-3D09-D06228F7DB4E}"/>
              </a:ext>
            </a:extLst>
          </p:cNvPr>
          <p:cNvCxnSpPr>
            <a:cxnSpLocks/>
            <a:stCxn id="80" idx="3"/>
            <a:endCxn id="83" idx="5"/>
          </p:cNvCxnSpPr>
          <p:nvPr/>
        </p:nvCxnSpPr>
        <p:spPr>
          <a:xfrm>
            <a:off x="8256742" y="3236316"/>
            <a:ext cx="76357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7" name="Straight Arrow Connector 96">
            <a:extLst>
              <a:ext uri="{FF2B5EF4-FFF2-40B4-BE49-F238E27FC236}">
                <a16:creationId xmlns:a16="http://schemas.microsoft.com/office/drawing/2014/main" id="{C68A4D23-47CD-6439-C8E4-82C2C89F6CF3}"/>
              </a:ext>
            </a:extLst>
          </p:cNvPr>
          <p:cNvCxnSpPr>
            <a:cxnSpLocks/>
            <a:stCxn id="87" idx="1"/>
            <a:endCxn id="90" idx="3"/>
          </p:cNvCxnSpPr>
          <p:nvPr/>
        </p:nvCxnSpPr>
        <p:spPr>
          <a:xfrm flipH="1" flipV="1">
            <a:off x="6119552" y="4571544"/>
            <a:ext cx="400646" cy="147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8" name="Connector: Elbow 97">
            <a:extLst>
              <a:ext uri="{FF2B5EF4-FFF2-40B4-BE49-F238E27FC236}">
                <a16:creationId xmlns:a16="http://schemas.microsoft.com/office/drawing/2014/main" id="{9F8E89A4-A2EE-7373-2E81-FE9D6837D2ED}"/>
              </a:ext>
            </a:extLst>
          </p:cNvPr>
          <p:cNvCxnSpPr>
            <a:cxnSpLocks/>
            <a:stCxn id="83" idx="0"/>
            <a:endCxn id="75" idx="3"/>
          </p:cNvCxnSpPr>
          <p:nvPr/>
        </p:nvCxnSpPr>
        <p:spPr>
          <a:xfrm rot="16200000" flipV="1">
            <a:off x="8803817" y="1316113"/>
            <a:ext cx="904742" cy="2012340"/>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99" name="TextBox 98">
            <a:extLst>
              <a:ext uri="{FF2B5EF4-FFF2-40B4-BE49-F238E27FC236}">
                <a16:creationId xmlns:a16="http://schemas.microsoft.com/office/drawing/2014/main" id="{66530E4B-5FF4-3807-A5B1-870E21835D68}"/>
              </a:ext>
            </a:extLst>
          </p:cNvPr>
          <p:cNvSpPr txBox="1"/>
          <p:nvPr/>
        </p:nvSpPr>
        <p:spPr>
          <a:xfrm>
            <a:off x="8407987" y="2887126"/>
            <a:ext cx="466176"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No</a:t>
            </a:r>
          </a:p>
        </p:txBody>
      </p:sp>
      <p:sp>
        <p:nvSpPr>
          <p:cNvPr id="100" name="TextBox 99">
            <a:extLst>
              <a:ext uri="{FF2B5EF4-FFF2-40B4-BE49-F238E27FC236}">
                <a16:creationId xmlns:a16="http://schemas.microsoft.com/office/drawing/2014/main" id="{26C26D0A-B24A-7B1E-DC85-A88BB2AC83D9}"/>
              </a:ext>
            </a:extLst>
          </p:cNvPr>
          <p:cNvSpPr txBox="1"/>
          <p:nvPr/>
        </p:nvSpPr>
        <p:spPr>
          <a:xfrm>
            <a:off x="6953027" y="3774132"/>
            <a:ext cx="52399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Yes</a:t>
            </a:r>
          </a:p>
        </p:txBody>
      </p:sp>
      <p:sp>
        <p:nvSpPr>
          <p:cNvPr id="101" name="Oval 100">
            <a:extLst>
              <a:ext uri="{FF2B5EF4-FFF2-40B4-BE49-F238E27FC236}">
                <a16:creationId xmlns:a16="http://schemas.microsoft.com/office/drawing/2014/main" id="{25DAB46E-1481-A1F0-94E6-012215F5CE2B}"/>
              </a:ext>
            </a:extLst>
          </p:cNvPr>
          <p:cNvSpPr/>
          <p:nvPr/>
        </p:nvSpPr>
        <p:spPr>
          <a:xfrm>
            <a:off x="917591" y="2168387"/>
            <a:ext cx="1007534" cy="56140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Rectangle 101">
            <a:extLst>
              <a:ext uri="{FF2B5EF4-FFF2-40B4-BE49-F238E27FC236}">
                <a16:creationId xmlns:a16="http://schemas.microsoft.com/office/drawing/2014/main" id="{21DC93C8-5DF8-29B4-3D98-9260A0BBEC97}"/>
              </a:ext>
            </a:extLst>
          </p:cNvPr>
          <p:cNvSpPr/>
          <p:nvPr/>
        </p:nvSpPr>
        <p:spPr>
          <a:xfrm>
            <a:off x="6741730" y="5330014"/>
            <a:ext cx="1677971" cy="923330"/>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TextBox 102">
            <a:extLst>
              <a:ext uri="{FF2B5EF4-FFF2-40B4-BE49-F238E27FC236}">
                <a16:creationId xmlns:a16="http://schemas.microsoft.com/office/drawing/2014/main" id="{6E704CFF-637E-78AD-19FF-1CE5EA5E2E73}"/>
              </a:ext>
            </a:extLst>
          </p:cNvPr>
          <p:cNvSpPr txBox="1"/>
          <p:nvPr/>
        </p:nvSpPr>
        <p:spPr>
          <a:xfrm>
            <a:off x="6741731" y="5321573"/>
            <a:ext cx="1677970"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Generates Speech from text (</a:t>
            </a:r>
            <a:r>
              <a:rPr lang="en-US" dirty="0" err="1">
                <a:latin typeface="Times New Roman" panose="02020603050405020304" pitchFamily="18" charset="0"/>
                <a:cs typeface="Times New Roman" panose="02020603050405020304" pitchFamily="18" charset="0"/>
              </a:rPr>
              <a:t>gTTS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04" name="TextBox 103">
            <a:extLst>
              <a:ext uri="{FF2B5EF4-FFF2-40B4-BE49-F238E27FC236}">
                <a16:creationId xmlns:a16="http://schemas.microsoft.com/office/drawing/2014/main" id="{47370175-A79A-B035-19E6-8EC545ACB6BF}"/>
              </a:ext>
            </a:extLst>
          </p:cNvPr>
          <p:cNvSpPr txBox="1"/>
          <p:nvPr/>
        </p:nvSpPr>
        <p:spPr>
          <a:xfrm>
            <a:off x="9468767" y="5496609"/>
            <a:ext cx="1779783"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The user listens to the Speech</a:t>
            </a:r>
            <a:endParaRPr lang="en-IN" dirty="0">
              <a:latin typeface="Times New Roman" panose="02020603050405020304" pitchFamily="18" charset="0"/>
              <a:cs typeface="Times New Roman" panose="02020603050405020304" pitchFamily="18" charset="0"/>
            </a:endParaRPr>
          </a:p>
        </p:txBody>
      </p:sp>
      <p:cxnSp>
        <p:nvCxnSpPr>
          <p:cNvPr id="105" name="Straight Arrow Connector 104">
            <a:extLst>
              <a:ext uri="{FF2B5EF4-FFF2-40B4-BE49-F238E27FC236}">
                <a16:creationId xmlns:a16="http://schemas.microsoft.com/office/drawing/2014/main" id="{27EA2AEA-1D79-643E-E475-493D9D2E4739}"/>
              </a:ext>
            </a:extLst>
          </p:cNvPr>
          <p:cNvCxnSpPr>
            <a:cxnSpLocks/>
            <a:stCxn id="123" idx="3"/>
            <a:endCxn id="102" idx="1"/>
          </p:cNvCxnSpPr>
          <p:nvPr/>
        </p:nvCxnSpPr>
        <p:spPr>
          <a:xfrm>
            <a:off x="5843045" y="5779108"/>
            <a:ext cx="898685" cy="125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6" name="Straight Arrow Connector 105">
            <a:extLst>
              <a:ext uri="{FF2B5EF4-FFF2-40B4-BE49-F238E27FC236}">
                <a16:creationId xmlns:a16="http://schemas.microsoft.com/office/drawing/2014/main" id="{68EA8DB3-389A-1EB5-60F7-6CE898409337}"/>
              </a:ext>
            </a:extLst>
          </p:cNvPr>
          <p:cNvCxnSpPr>
            <a:cxnSpLocks/>
            <a:stCxn id="102" idx="3"/>
            <a:endCxn id="108" idx="2"/>
          </p:cNvCxnSpPr>
          <p:nvPr/>
        </p:nvCxnSpPr>
        <p:spPr>
          <a:xfrm flipV="1">
            <a:off x="8419701" y="5785552"/>
            <a:ext cx="881928" cy="61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7" name="TextBox 106">
            <a:extLst>
              <a:ext uri="{FF2B5EF4-FFF2-40B4-BE49-F238E27FC236}">
                <a16:creationId xmlns:a16="http://schemas.microsoft.com/office/drawing/2014/main" id="{2B9D75B6-2F16-442F-7EBC-6E466183FC8F}"/>
              </a:ext>
            </a:extLst>
          </p:cNvPr>
          <p:cNvSpPr txBox="1"/>
          <p:nvPr/>
        </p:nvSpPr>
        <p:spPr>
          <a:xfrm>
            <a:off x="4466884" y="5585223"/>
            <a:ext cx="1343325"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Text Output</a:t>
            </a:r>
          </a:p>
        </p:txBody>
      </p:sp>
      <p:sp>
        <p:nvSpPr>
          <p:cNvPr id="108" name="Oval 107">
            <a:extLst>
              <a:ext uri="{FF2B5EF4-FFF2-40B4-BE49-F238E27FC236}">
                <a16:creationId xmlns:a16="http://schemas.microsoft.com/office/drawing/2014/main" id="{FE49FE02-46E2-348F-2299-1259BAD14102}"/>
              </a:ext>
            </a:extLst>
          </p:cNvPr>
          <p:cNvSpPr/>
          <p:nvPr/>
        </p:nvSpPr>
        <p:spPr>
          <a:xfrm>
            <a:off x="9301629" y="5416573"/>
            <a:ext cx="2114059" cy="73795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9" name="Connector: Elbow 108">
            <a:extLst>
              <a:ext uri="{FF2B5EF4-FFF2-40B4-BE49-F238E27FC236}">
                <a16:creationId xmlns:a16="http://schemas.microsoft.com/office/drawing/2014/main" id="{6DAD5F25-206F-8437-F6BA-67DFE7C7BC0A}"/>
              </a:ext>
            </a:extLst>
          </p:cNvPr>
          <p:cNvCxnSpPr>
            <a:cxnSpLocks/>
            <a:stCxn id="3" idx="3"/>
            <a:endCxn id="73" idx="5"/>
          </p:cNvCxnSpPr>
          <p:nvPr/>
        </p:nvCxnSpPr>
        <p:spPr>
          <a:xfrm>
            <a:off x="3733400" y="2447129"/>
            <a:ext cx="671242" cy="613383"/>
          </a:xfrm>
          <a:prstGeom prst="bentConnector3">
            <a:avLst>
              <a:gd name="adj1" fmla="val 48596"/>
            </a:avLst>
          </a:prstGeom>
          <a:ln>
            <a:tailEnd type="triangle"/>
          </a:ln>
        </p:spPr>
        <p:style>
          <a:lnRef idx="3">
            <a:schemeClr val="dk1"/>
          </a:lnRef>
          <a:fillRef idx="0">
            <a:schemeClr val="dk1"/>
          </a:fillRef>
          <a:effectRef idx="2">
            <a:schemeClr val="dk1"/>
          </a:effectRef>
          <a:fontRef idx="minor">
            <a:schemeClr val="tx1"/>
          </a:fontRef>
        </p:style>
      </p:cxnSp>
      <p:cxnSp>
        <p:nvCxnSpPr>
          <p:cNvPr id="110" name="Connector: Elbow 109">
            <a:extLst>
              <a:ext uri="{FF2B5EF4-FFF2-40B4-BE49-F238E27FC236}">
                <a16:creationId xmlns:a16="http://schemas.microsoft.com/office/drawing/2014/main" id="{D1E921CC-E214-4681-834C-3A80F59595BE}"/>
              </a:ext>
            </a:extLst>
          </p:cNvPr>
          <p:cNvCxnSpPr>
            <a:cxnSpLocks/>
            <a:stCxn id="3" idx="3"/>
            <a:endCxn id="111" idx="5"/>
          </p:cNvCxnSpPr>
          <p:nvPr/>
        </p:nvCxnSpPr>
        <p:spPr>
          <a:xfrm flipV="1">
            <a:off x="3733400" y="1874055"/>
            <a:ext cx="656346" cy="573074"/>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sp>
        <p:nvSpPr>
          <p:cNvPr id="111" name="Parallelogram 110">
            <a:extLst>
              <a:ext uri="{FF2B5EF4-FFF2-40B4-BE49-F238E27FC236}">
                <a16:creationId xmlns:a16="http://schemas.microsoft.com/office/drawing/2014/main" id="{1489B7F2-A98D-48A4-1DF9-6EEB4B6BD2B6}"/>
              </a:ext>
            </a:extLst>
          </p:cNvPr>
          <p:cNvSpPr/>
          <p:nvPr/>
        </p:nvSpPr>
        <p:spPr>
          <a:xfrm>
            <a:off x="4304906" y="1534693"/>
            <a:ext cx="1791093" cy="678723"/>
          </a:xfrm>
          <a:prstGeom prst="parallelogram">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2" name="TextBox 111">
            <a:extLst>
              <a:ext uri="{FF2B5EF4-FFF2-40B4-BE49-F238E27FC236}">
                <a16:creationId xmlns:a16="http://schemas.microsoft.com/office/drawing/2014/main" id="{1F5DF47C-8447-3969-648D-BD504F66DDE6}"/>
              </a:ext>
            </a:extLst>
          </p:cNvPr>
          <p:cNvSpPr txBox="1"/>
          <p:nvPr/>
        </p:nvSpPr>
        <p:spPr>
          <a:xfrm>
            <a:off x="4420407" y="2738383"/>
            <a:ext cx="1629113"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Live Audio Input</a:t>
            </a:r>
            <a:endParaRPr lang="en-IN" dirty="0">
              <a:latin typeface="Times New Roman" panose="02020603050405020304" pitchFamily="18" charset="0"/>
              <a:cs typeface="Times New Roman" panose="02020603050405020304" pitchFamily="18" charset="0"/>
            </a:endParaRPr>
          </a:p>
        </p:txBody>
      </p:sp>
      <p:sp>
        <p:nvSpPr>
          <p:cNvPr id="113" name="TextBox 112">
            <a:extLst>
              <a:ext uri="{FF2B5EF4-FFF2-40B4-BE49-F238E27FC236}">
                <a16:creationId xmlns:a16="http://schemas.microsoft.com/office/drawing/2014/main" id="{7DEB8807-01E8-C557-854C-F07EAB5BE398}"/>
              </a:ext>
            </a:extLst>
          </p:cNvPr>
          <p:cNvSpPr txBox="1"/>
          <p:nvPr/>
        </p:nvSpPr>
        <p:spPr>
          <a:xfrm>
            <a:off x="2521103" y="1955989"/>
            <a:ext cx="912310"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Select Input Method</a:t>
            </a:r>
            <a:endParaRPr lang="en-IN" dirty="0">
              <a:latin typeface="Times New Roman" panose="02020603050405020304" pitchFamily="18" charset="0"/>
              <a:cs typeface="Times New Roman" panose="02020603050405020304" pitchFamily="18" charset="0"/>
            </a:endParaRPr>
          </a:p>
        </p:txBody>
      </p:sp>
      <p:cxnSp>
        <p:nvCxnSpPr>
          <p:cNvPr id="114" name="Connector: Elbow 113">
            <a:extLst>
              <a:ext uri="{FF2B5EF4-FFF2-40B4-BE49-F238E27FC236}">
                <a16:creationId xmlns:a16="http://schemas.microsoft.com/office/drawing/2014/main" id="{1B1486F7-69FD-8E08-3D55-000DFA743027}"/>
              </a:ext>
            </a:extLst>
          </p:cNvPr>
          <p:cNvCxnSpPr>
            <a:cxnSpLocks/>
            <a:stCxn id="119" idx="3"/>
            <a:endCxn id="92" idx="1"/>
          </p:cNvCxnSpPr>
          <p:nvPr/>
        </p:nvCxnSpPr>
        <p:spPr>
          <a:xfrm flipV="1">
            <a:off x="2627836" y="4581943"/>
            <a:ext cx="1535037" cy="1209736"/>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sp>
        <p:nvSpPr>
          <p:cNvPr id="115" name="Rectangle 114">
            <a:extLst>
              <a:ext uri="{FF2B5EF4-FFF2-40B4-BE49-F238E27FC236}">
                <a16:creationId xmlns:a16="http://schemas.microsoft.com/office/drawing/2014/main" id="{3E0D6EB2-04E5-6BBD-8ACB-4CA42045730E}"/>
              </a:ext>
            </a:extLst>
          </p:cNvPr>
          <p:cNvSpPr/>
          <p:nvPr/>
        </p:nvSpPr>
        <p:spPr>
          <a:xfrm>
            <a:off x="989030" y="4138694"/>
            <a:ext cx="1589129" cy="678719"/>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TextBox 115">
            <a:extLst>
              <a:ext uri="{FF2B5EF4-FFF2-40B4-BE49-F238E27FC236}">
                <a16:creationId xmlns:a16="http://schemas.microsoft.com/office/drawing/2014/main" id="{EC283EE8-E48E-15D2-70E6-2584C1C0802D}"/>
              </a:ext>
            </a:extLst>
          </p:cNvPr>
          <p:cNvSpPr txBox="1"/>
          <p:nvPr/>
        </p:nvSpPr>
        <p:spPr>
          <a:xfrm>
            <a:off x="992084" y="4142303"/>
            <a:ext cx="1589129"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Capture Audio via Mic</a:t>
            </a:r>
            <a:endParaRPr lang="en-IN" dirty="0">
              <a:latin typeface="Times New Roman" panose="02020603050405020304" pitchFamily="18" charset="0"/>
              <a:cs typeface="Times New Roman" panose="02020603050405020304" pitchFamily="18" charset="0"/>
            </a:endParaRPr>
          </a:p>
        </p:txBody>
      </p:sp>
      <p:cxnSp>
        <p:nvCxnSpPr>
          <p:cNvPr id="117" name="Connector: Elbow 116">
            <a:extLst>
              <a:ext uri="{FF2B5EF4-FFF2-40B4-BE49-F238E27FC236}">
                <a16:creationId xmlns:a16="http://schemas.microsoft.com/office/drawing/2014/main" id="{2B0D7E39-05ED-8A55-2EC1-B6C848649728}"/>
              </a:ext>
            </a:extLst>
          </p:cNvPr>
          <p:cNvCxnSpPr>
            <a:cxnSpLocks/>
            <a:stCxn id="73" idx="4"/>
            <a:endCxn id="115" idx="0"/>
          </p:cNvCxnSpPr>
          <p:nvPr/>
        </p:nvCxnSpPr>
        <p:spPr>
          <a:xfrm rot="5400000">
            <a:off x="3130062" y="2053406"/>
            <a:ext cx="738821" cy="3431754"/>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sp>
        <p:nvSpPr>
          <p:cNvPr id="118" name="Rectangle 117">
            <a:extLst>
              <a:ext uri="{FF2B5EF4-FFF2-40B4-BE49-F238E27FC236}">
                <a16:creationId xmlns:a16="http://schemas.microsoft.com/office/drawing/2014/main" id="{FA605399-17DB-9267-03CF-ECC93B992757}"/>
              </a:ext>
            </a:extLst>
          </p:cNvPr>
          <p:cNvSpPr/>
          <p:nvPr/>
        </p:nvSpPr>
        <p:spPr>
          <a:xfrm>
            <a:off x="940471" y="5323886"/>
            <a:ext cx="1677971" cy="923330"/>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TextBox 118">
            <a:extLst>
              <a:ext uri="{FF2B5EF4-FFF2-40B4-BE49-F238E27FC236}">
                <a16:creationId xmlns:a16="http://schemas.microsoft.com/office/drawing/2014/main" id="{C5ED3A97-1FD2-F8BE-8F34-B9965D4AC1B1}"/>
              </a:ext>
            </a:extLst>
          </p:cNvPr>
          <p:cNvSpPr txBox="1"/>
          <p:nvPr/>
        </p:nvSpPr>
        <p:spPr>
          <a:xfrm>
            <a:off x="956294" y="5330014"/>
            <a:ext cx="1671542"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Speech to Text (Speech Recognizer)</a:t>
            </a:r>
            <a:endParaRPr lang="en-IN" dirty="0">
              <a:latin typeface="Times New Roman" panose="02020603050405020304" pitchFamily="18" charset="0"/>
              <a:cs typeface="Times New Roman" panose="02020603050405020304" pitchFamily="18" charset="0"/>
            </a:endParaRPr>
          </a:p>
        </p:txBody>
      </p:sp>
      <p:cxnSp>
        <p:nvCxnSpPr>
          <p:cNvPr id="120" name="Straight Arrow Connector 119">
            <a:extLst>
              <a:ext uri="{FF2B5EF4-FFF2-40B4-BE49-F238E27FC236}">
                <a16:creationId xmlns:a16="http://schemas.microsoft.com/office/drawing/2014/main" id="{C32D7C5A-D50F-8C61-3A1C-516DC18892FB}"/>
              </a:ext>
            </a:extLst>
          </p:cNvPr>
          <p:cNvCxnSpPr>
            <a:cxnSpLocks/>
            <a:stCxn id="92" idx="2"/>
            <a:endCxn id="123" idx="0"/>
          </p:cNvCxnSpPr>
          <p:nvPr/>
        </p:nvCxnSpPr>
        <p:spPr>
          <a:xfrm>
            <a:off x="5138548" y="5043608"/>
            <a:ext cx="14046" cy="3961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1" name="Straight Arrow Connector 120">
            <a:extLst>
              <a:ext uri="{FF2B5EF4-FFF2-40B4-BE49-F238E27FC236}">
                <a16:creationId xmlns:a16="http://schemas.microsoft.com/office/drawing/2014/main" id="{E1C8636F-33D7-909E-C307-47090401F321}"/>
              </a:ext>
            </a:extLst>
          </p:cNvPr>
          <p:cNvCxnSpPr>
            <a:cxnSpLocks/>
            <a:stCxn id="115" idx="2"/>
            <a:endCxn id="118" idx="0"/>
          </p:cNvCxnSpPr>
          <p:nvPr/>
        </p:nvCxnSpPr>
        <p:spPr>
          <a:xfrm flipH="1">
            <a:off x="1779457" y="4817413"/>
            <a:ext cx="4138" cy="50647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2" name="Straight Arrow Connector 121">
            <a:extLst>
              <a:ext uri="{FF2B5EF4-FFF2-40B4-BE49-F238E27FC236}">
                <a16:creationId xmlns:a16="http://schemas.microsoft.com/office/drawing/2014/main" id="{01D10CC9-4007-15E2-C6AF-49660A998A34}"/>
              </a:ext>
            </a:extLst>
          </p:cNvPr>
          <p:cNvCxnSpPr>
            <a:cxnSpLocks/>
            <a:stCxn id="80" idx="2"/>
            <a:endCxn id="87" idx="0"/>
          </p:cNvCxnSpPr>
          <p:nvPr/>
        </p:nvCxnSpPr>
        <p:spPr>
          <a:xfrm flipH="1">
            <a:off x="7495873" y="3867912"/>
            <a:ext cx="6725" cy="2800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3" name="Rectangle 122">
            <a:extLst>
              <a:ext uri="{FF2B5EF4-FFF2-40B4-BE49-F238E27FC236}">
                <a16:creationId xmlns:a16="http://schemas.microsoft.com/office/drawing/2014/main" id="{F84E4EC6-BD7F-EE6F-112A-3CAAC2E77785}"/>
              </a:ext>
            </a:extLst>
          </p:cNvPr>
          <p:cNvSpPr/>
          <p:nvPr/>
        </p:nvSpPr>
        <p:spPr>
          <a:xfrm>
            <a:off x="4462142" y="5439748"/>
            <a:ext cx="1380903" cy="678719"/>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Diamond 2">
            <a:extLst>
              <a:ext uri="{FF2B5EF4-FFF2-40B4-BE49-F238E27FC236}">
                <a16:creationId xmlns:a16="http://schemas.microsoft.com/office/drawing/2014/main" id="{12D7D965-CDF0-121B-CBFB-814A601B8C9A}"/>
              </a:ext>
            </a:extLst>
          </p:cNvPr>
          <p:cNvSpPr/>
          <p:nvPr/>
        </p:nvSpPr>
        <p:spPr>
          <a:xfrm>
            <a:off x="2225112" y="1815533"/>
            <a:ext cx="1508288" cy="1263192"/>
          </a:xfrm>
          <a:prstGeom prst="diamond">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40E9B2BF-183E-F965-3FB6-0D406FB282BA}"/>
              </a:ext>
            </a:extLst>
          </p:cNvPr>
          <p:cNvCxnSpPr>
            <a:cxnSpLocks/>
            <a:stCxn id="101" idx="6"/>
            <a:endCxn id="3" idx="1"/>
          </p:cNvCxnSpPr>
          <p:nvPr/>
        </p:nvCxnSpPr>
        <p:spPr>
          <a:xfrm flipV="1">
            <a:off x="1925125" y="2447129"/>
            <a:ext cx="299987" cy="196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408292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3C1A0-8A9B-D372-B229-DB4F07C22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4DA5E-C2A6-15E7-D689-E0153EBC22AD}"/>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DATA FLOW DIAGRAM (DFD LEVEL-0)</a:t>
            </a:r>
          </a:p>
        </p:txBody>
      </p:sp>
      <p:pic>
        <p:nvPicPr>
          <p:cNvPr id="6" name="Picture 5">
            <a:extLst>
              <a:ext uri="{FF2B5EF4-FFF2-40B4-BE49-F238E27FC236}">
                <a16:creationId xmlns:a16="http://schemas.microsoft.com/office/drawing/2014/main" id="{80381612-0BC3-FF80-9972-A06333630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797BD548-7C86-44B8-2F7F-385C3436C156}"/>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12" name="Rectangle 11">
            <a:extLst>
              <a:ext uri="{FF2B5EF4-FFF2-40B4-BE49-F238E27FC236}">
                <a16:creationId xmlns:a16="http://schemas.microsoft.com/office/drawing/2014/main" id="{0BE693C2-CC24-40A3-AA55-9C56600BE22B}"/>
              </a:ext>
            </a:extLst>
          </p:cNvPr>
          <p:cNvSpPr/>
          <p:nvPr/>
        </p:nvSpPr>
        <p:spPr>
          <a:xfrm>
            <a:off x="5286425" y="1506489"/>
            <a:ext cx="2474850" cy="1028414"/>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F3276D0-BDA8-D41D-F84F-29013ED28F0F}"/>
              </a:ext>
            </a:extLst>
          </p:cNvPr>
          <p:cNvSpPr txBox="1"/>
          <p:nvPr/>
        </p:nvSpPr>
        <p:spPr>
          <a:xfrm>
            <a:off x="5640087" y="1685489"/>
            <a:ext cx="1767526"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Translation System</a:t>
            </a:r>
            <a:endParaRPr lang="en-IN" dirty="0">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E64B2C92-AF64-170E-7383-7B04CF68BB2A}"/>
              </a:ext>
            </a:extLst>
          </p:cNvPr>
          <p:cNvSpPr/>
          <p:nvPr/>
        </p:nvSpPr>
        <p:spPr>
          <a:xfrm>
            <a:off x="5021835" y="3190506"/>
            <a:ext cx="1199458" cy="1058178"/>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traight Arrow Connector 29">
            <a:extLst>
              <a:ext uri="{FF2B5EF4-FFF2-40B4-BE49-F238E27FC236}">
                <a16:creationId xmlns:a16="http://schemas.microsoft.com/office/drawing/2014/main" id="{E3510599-5513-C68F-71E5-7F0D392DC24C}"/>
              </a:ext>
            </a:extLst>
          </p:cNvPr>
          <p:cNvCxnSpPr>
            <a:cxnSpLocks/>
            <a:stCxn id="19" idx="3"/>
            <a:endCxn id="17" idx="1"/>
          </p:cNvCxnSpPr>
          <p:nvPr/>
        </p:nvCxnSpPr>
        <p:spPr>
          <a:xfrm flipV="1">
            <a:off x="6221293" y="3710626"/>
            <a:ext cx="1186320" cy="896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8" name="Straight Arrow Connector 57">
            <a:extLst>
              <a:ext uri="{FF2B5EF4-FFF2-40B4-BE49-F238E27FC236}">
                <a16:creationId xmlns:a16="http://schemas.microsoft.com/office/drawing/2014/main" id="{AC2C39E3-7A67-8368-7A3B-4F1724B7D947}"/>
              </a:ext>
            </a:extLst>
          </p:cNvPr>
          <p:cNvCxnSpPr>
            <a:cxnSpLocks/>
            <a:stCxn id="12" idx="2"/>
          </p:cNvCxnSpPr>
          <p:nvPr/>
        </p:nvCxnSpPr>
        <p:spPr>
          <a:xfrm>
            <a:off x="6523850" y="2534903"/>
            <a:ext cx="0" cy="3835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a:extLst>
              <a:ext uri="{FF2B5EF4-FFF2-40B4-BE49-F238E27FC236}">
                <a16:creationId xmlns:a16="http://schemas.microsoft.com/office/drawing/2014/main" id="{E02D3CCA-08A7-923C-1FDA-078213FDEE08}"/>
              </a:ext>
            </a:extLst>
          </p:cNvPr>
          <p:cNvCxnSpPr>
            <a:cxnSpLocks/>
            <a:stCxn id="68" idx="6"/>
            <a:endCxn id="19" idx="1"/>
          </p:cNvCxnSpPr>
          <p:nvPr/>
        </p:nvCxnSpPr>
        <p:spPr>
          <a:xfrm>
            <a:off x="3604152" y="3718705"/>
            <a:ext cx="1417683" cy="89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6" name="Straight Arrow Connector 75">
            <a:extLst>
              <a:ext uri="{FF2B5EF4-FFF2-40B4-BE49-F238E27FC236}">
                <a16:creationId xmlns:a16="http://schemas.microsoft.com/office/drawing/2014/main" id="{1ADB6187-DCDB-5722-5C14-6E30DB1F4DEC}"/>
              </a:ext>
            </a:extLst>
          </p:cNvPr>
          <p:cNvCxnSpPr>
            <a:cxnSpLocks/>
            <a:stCxn id="74" idx="2"/>
            <a:endCxn id="41" idx="0"/>
          </p:cNvCxnSpPr>
          <p:nvPr/>
        </p:nvCxnSpPr>
        <p:spPr>
          <a:xfrm flipH="1">
            <a:off x="10209285" y="4239715"/>
            <a:ext cx="6693" cy="7819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8" name="TextBox 87">
            <a:extLst>
              <a:ext uri="{FF2B5EF4-FFF2-40B4-BE49-F238E27FC236}">
                <a16:creationId xmlns:a16="http://schemas.microsoft.com/office/drawing/2014/main" id="{40E2E621-8658-0AC4-70D1-1ECAB0DDA162}"/>
              </a:ext>
            </a:extLst>
          </p:cNvPr>
          <p:cNvSpPr txBox="1"/>
          <p:nvPr/>
        </p:nvSpPr>
        <p:spPr>
          <a:xfrm>
            <a:off x="1200116" y="3429000"/>
            <a:ext cx="1085582"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Uploads Image</a:t>
            </a:r>
          </a:p>
        </p:txBody>
      </p:sp>
      <p:sp>
        <p:nvSpPr>
          <p:cNvPr id="3" name="Rectangle 2">
            <a:extLst>
              <a:ext uri="{FF2B5EF4-FFF2-40B4-BE49-F238E27FC236}">
                <a16:creationId xmlns:a16="http://schemas.microsoft.com/office/drawing/2014/main" id="{DBF99314-5DAD-A027-A797-C29EF6AFD305}"/>
              </a:ext>
            </a:extLst>
          </p:cNvPr>
          <p:cNvSpPr/>
          <p:nvPr/>
        </p:nvSpPr>
        <p:spPr>
          <a:xfrm>
            <a:off x="1526332" y="1582343"/>
            <a:ext cx="2124641" cy="945267"/>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FEB3334F-FFD2-B3BD-AB0C-71C2EE9EC506}"/>
              </a:ext>
            </a:extLst>
          </p:cNvPr>
          <p:cNvSpPr txBox="1"/>
          <p:nvPr/>
        </p:nvSpPr>
        <p:spPr>
          <a:xfrm>
            <a:off x="2037183" y="1870310"/>
            <a:ext cx="1102937"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User</a:t>
            </a:r>
          </a:p>
        </p:txBody>
      </p:sp>
      <p:sp>
        <p:nvSpPr>
          <p:cNvPr id="31" name="TextBox 30">
            <a:extLst>
              <a:ext uri="{FF2B5EF4-FFF2-40B4-BE49-F238E27FC236}">
                <a16:creationId xmlns:a16="http://schemas.microsoft.com/office/drawing/2014/main" id="{F07722DB-A443-76B1-1F85-CD3E711810B4}"/>
              </a:ext>
            </a:extLst>
          </p:cNvPr>
          <p:cNvSpPr txBox="1"/>
          <p:nvPr/>
        </p:nvSpPr>
        <p:spPr>
          <a:xfrm>
            <a:off x="2203879" y="3404893"/>
            <a:ext cx="1400249"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OCR Module</a:t>
            </a:r>
          </a:p>
        </p:txBody>
      </p:sp>
      <p:sp>
        <p:nvSpPr>
          <p:cNvPr id="54" name="TextBox 53">
            <a:extLst>
              <a:ext uri="{FF2B5EF4-FFF2-40B4-BE49-F238E27FC236}">
                <a16:creationId xmlns:a16="http://schemas.microsoft.com/office/drawing/2014/main" id="{8F1D9339-9192-E9BD-BD19-BC4A6FEE2300}"/>
              </a:ext>
            </a:extLst>
          </p:cNvPr>
          <p:cNvSpPr txBox="1"/>
          <p:nvPr/>
        </p:nvSpPr>
        <p:spPr>
          <a:xfrm>
            <a:off x="5029564" y="3274048"/>
            <a:ext cx="1191729"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Google Translate API</a:t>
            </a:r>
          </a:p>
        </p:txBody>
      </p:sp>
      <p:sp>
        <p:nvSpPr>
          <p:cNvPr id="74" name="Rectangle 73">
            <a:extLst>
              <a:ext uri="{FF2B5EF4-FFF2-40B4-BE49-F238E27FC236}">
                <a16:creationId xmlns:a16="http://schemas.microsoft.com/office/drawing/2014/main" id="{66DE5456-68FF-4BA6-33CC-48A21DD98BC3}"/>
              </a:ext>
            </a:extLst>
          </p:cNvPr>
          <p:cNvSpPr/>
          <p:nvPr/>
        </p:nvSpPr>
        <p:spPr>
          <a:xfrm>
            <a:off x="9340363" y="3181537"/>
            <a:ext cx="1751230" cy="1058178"/>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TextBox 80">
            <a:extLst>
              <a:ext uri="{FF2B5EF4-FFF2-40B4-BE49-F238E27FC236}">
                <a16:creationId xmlns:a16="http://schemas.microsoft.com/office/drawing/2014/main" id="{F147D9AD-CB28-FE6F-F321-8AF5D5B02BCC}"/>
              </a:ext>
            </a:extLst>
          </p:cNvPr>
          <p:cNvSpPr txBox="1"/>
          <p:nvPr/>
        </p:nvSpPr>
        <p:spPr>
          <a:xfrm>
            <a:off x="9338139" y="3400384"/>
            <a:ext cx="1751230"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Google Text-to-Speech API</a:t>
            </a:r>
          </a:p>
        </p:txBody>
      </p:sp>
      <p:sp>
        <p:nvSpPr>
          <p:cNvPr id="85" name="TextBox 84">
            <a:extLst>
              <a:ext uri="{FF2B5EF4-FFF2-40B4-BE49-F238E27FC236}">
                <a16:creationId xmlns:a16="http://schemas.microsoft.com/office/drawing/2014/main" id="{4CC5F458-CC4B-4504-2823-4FCC847DA981}"/>
              </a:ext>
            </a:extLst>
          </p:cNvPr>
          <p:cNvSpPr txBox="1"/>
          <p:nvPr/>
        </p:nvSpPr>
        <p:spPr>
          <a:xfrm>
            <a:off x="9608645" y="5052469"/>
            <a:ext cx="1187210"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Audio Output</a:t>
            </a:r>
          </a:p>
        </p:txBody>
      </p:sp>
      <p:sp>
        <p:nvSpPr>
          <p:cNvPr id="97" name="TextBox 96">
            <a:extLst>
              <a:ext uri="{FF2B5EF4-FFF2-40B4-BE49-F238E27FC236}">
                <a16:creationId xmlns:a16="http://schemas.microsoft.com/office/drawing/2014/main" id="{1565FB32-6960-9395-AAC2-A4D02B46382B}"/>
              </a:ext>
            </a:extLst>
          </p:cNvPr>
          <p:cNvSpPr txBox="1"/>
          <p:nvPr/>
        </p:nvSpPr>
        <p:spPr>
          <a:xfrm>
            <a:off x="6266361" y="3237555"/>
            <a:ext cx="1095308" cy="738664"/>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Converts to Chosen Language</a:t>
            </a:r>
          </a:p>
        </p:txBody>
      </p:sp>
      <p:sp>
        <p:nvSpPr>
          <p:cNvPr id="103" name="TextBox 102">
            <a:extLst>
              <a:ext uri="{FF2B5EF4-FFF2-40B4-BE49-F238E27FC236}">
                <a16:creationId xmlns:a16="http://schemas.microsoft.com/office/drawing/2014/main" id="{19F0DDDF-55EA-2DED-E816-6AF760528248}"/>
              </a:ext>
            </a:extLst>
          </p:cNvPr>
          <p:cNvSpPr txBox="1"/>
          <p:nvPr/>
        </p:nvSpPr>
        <p:spPr>
          <a:xfrm>
            <a:off x="8802660" y="4346846"/>
            <a:ext cx="1474815"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Converts Text to Speech</a:t>
            </a:r>
          </a:p>
        </p:txBody>
      </p:sp>
      <p:sp>
        <p:nvSpPr>
          <p:cNvPr id="118" name="Rectangle: Rounded Corners 117">
            <a:extLst>
              <a:ext uri="{FF2B5EF4-FFF2-40B4-BE49-F238E27FC236}">
                <a16:creationId xmlns:a16="http://schemas.microsoft.com/office/drawing/2014/main" id="{0DED436E-F4DA-DD39-7813-D60697ED8E02}"/>
              </a:ext>
            </a:extLst>
          </p:cNvPr>
          <p:cNvSpPr/>
          <p:nvPr/>
        </p:nvSpPr>
        <p:spPr>
          <a:xfrm>
            <a:off x="4526096" y="2918405"/>
            <a:ext cx="7005500" cy="1677907"/>
          </a:xfrm>
          <a:prstGeom prst="round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2E826BDB-2FB0-DBA8-1D09-2A65399DF8E5}"/>
              </a:ext>
            </a:extLst>
          </p:cNvPr>
          <p:cNvSpPr/>
          <p:nvPr/>
        </p:nvSpPr>
        <p:spPr>
          <a:xfrm>
            <a:off x="7407613" y="3345523"/>
            <a:ext cx="1201280" cy="730206"/>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47B6E0F3-743F-EE8B-B872-36022DE3D70A}"/>
              </a:ext>
            </a:extLst>
          </p:cNvPr>
          <p:cNvSpPr txBox="1"/>
          <p:nvPr/>
        </p:nvSpPr>
        <p:spPr>
          <a:xfrm>
            <a:off x="7407613" y="3384769"/>
            <a:ext cx="1201280"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Text Output</a:t>
            </a:r>
          </a:p>
        </p:txBody>
      </p:sp>
      <p:sp>
        <p:nvSpPr>
          <p:cNvPr id="41" name="Rectangle 40">
            <a:extLst>
              <a:ext uri="{FF2B5EF4-FFF2-40B4-BE49-F238E27FC236}">
                <a16:creationId xmlns:a16="http://schemas.microsoft.com/office/drawing/2014/main" id="{D7AA381F-5299-C2D3-9675-82084B46721E}"/>
              </a:ext>
            </a:extLst>
          </p:cNvPr>
          <p:cNvSpPr/>
          <p:nvPr/>
        </p:nvSpPr>
        <p:spPr>
          <a:xfrm>
            <a:off x="9608645" y="5021695"/>
            <a:ext cx="1201280" cy="730206"/>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1" name="Straight Arrow Connector 50">
            <a:extLst>
              <a:ext uri="{FF2B5EF4-FFF2-40B4-BE49-F238E27FC236}">
                <a16:creationId xmlns:a16="http://schemas.microsoft.com/office/drawing/2014/main" id="{56825F8E-7D19-DA2D-FFA4-46151CD0FC20}"/>
              </a:ext>
            </a:extLst>
          </p:cNvPr>
          <p:cNvCxnSpPr>
            <a:cxnSpLocks/>
            <a:stCxn id="17" idx="3"/>
            <a:endCxn id="74" idx="1"/>
          </p:cNvCxnSpPr>
          <p:nvPr/>
        </p:nvCxnSpPr>
        <p:spPr>
          <a:xfrm>
            <a:off x="8608893" y="3710626"/>
            <a:ext cx="73147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8" name="Oval 67">
            <a:extLst>
              <a:ext uri="{FF2B5EF4-FFF2-40B4-BE49-F238E27FC236}">
                <a16:creationId xmlns:a16="http://schemas.microsoft.com/office/drawing/2014/main" id="{81543C9A-E314-DCD2-37D1-E7BBF242116E}"/>
              </a:ext>
            </a:extLst>
          </p:cNvPr>
          <p:cNvSpPr/>
          <p:nvPr/>
        </p:nvSpPr>
        <p:spPr>
          <a:xfrm>
            <a:off x="2186263" y="3067210"/>
            <a:ext cx="1417889" cy="1302989"/>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B67BE26-D127-85B0-A83D-DA2A5A8CEDB5}"/>
              </a:ext>
            </a:extLst>
          </p:cNvPr>
          <p:cNvSpPr/>
          <p:nvPr/>
        </p:nvSpPr>
        <p:spPr>
          <a:xfrm>
            <a:off x="2077799" y="5021695"/>
            <a:ext cx="1559105" cy="797192"/>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Connector: Elbow 10">
            <a:extLst>
              <a:ext uri="{FF2B5EF4-FFF2-40B4-BE49-F238E27FC236}">
                <a16:creationId xmlns:a16="http://schemas.microsoft.com/office/drawing/2014/main" id="{1F4C71B1-83A2-EABF-6ABD-2677B33224F2}"/>
              </a:ext>
            </a:extLst>
          </p:cNvPr>
          <p:cNvCxnSpPr>
            <a:cxnSpLocks/>
            <a:stCxn id="3" idx="1"/>
            <a:endCxn id="9" idx="1"/>
          </p:cNvCxnSpPr>
          <p:nvPr/>
        </p:nvCxnSpPr>
        <p:spPr>
          <a:xfrm rot="10800000" flipH="1" flipV="1">
            <a:off x="1526331" y="2054977"/>
            <a:ext cx="551467" cy="3365314"/>
          </a:xfrm>
          <a:prstGeom prst="bentConnector3">
            <a:avLst>
              <a:gd name="adj1" fmla="val -41453"/>
            </a:avLst>
          </a:prstGeom>
          <a:ln>
            <a:tailEnd type="triangle"/>
          </a:ln>
        </p:spPr>
        <p:style>
          <a:lnRef idx="3">
            <a:schemeClr val="dk1"/>
          </a:lnRef>
          <a:fillRef idx="0">
            <a:schemeClr val="dk1"/>
          </a:fillRef>
          <a:effectRef idx="2">
            <a:schemeClr val="dk1"/>
          </a:effectRef>
          <a:fontRef idx="minor">
            <a:schemeClr val="tx1"/>
          </a:fontRef>
        </p:style>
      </p:cxnSp>
      <p:cxnSp>
        <p:nvCxnSpPr>
          <p:cNvPr id="32" name="Connector: Elbow 31">
            <a:extLst>
              <a:ext uri="{FF2B5EF4-FFF2-40B4-BE49-F238E27FC236}">
                <a16:creationId xmlns:a16="http://schemas.microsoft.com/office/drawing/2014/main" id="{9B7E3B23-6F25-3BBB-B636-94543CD35442}"/>
              </a:ext>
            </a:extLst>
          </p:cNvPr>
          <p:cNvCxnSpPr>
            <a:cxnSpLocks/>
            <a:stCxn id="3" idx="1"/>
            <a:endCxn id="68" idx="2"/>
          </p:cNvCxnSpPr>
          <p:nvPr/>
        </p:nvCxnSpPr>
        <p:spPr>
          <a:xfrm rot="10800000" flipH="1" flipV="1">
            <a:off x="1526331" y="2054977"/>
            <a:ext cx="659931" cy="1663728"/>
          </a:xfrm>
          <a:prstGeom prst="bentConnector3">
            <a:avLst>
              <a:gd name="adj1" fmla="val -34640"/>
            </a:avLst>
          </a:prstGeom>
          <a:ln>
            <a:tailEnd type="triangle"/>
          </a:ln>
        </p:spPr>
        <p:style>
          <a:lnRef idx="3">
            <a:schemeClr val="dk1"/>
          </a:lnRef>
          <a:fillRef idx="0">
            <a:schemeClr val="dk1"/>
          </a:fillRef>
          <a:effectRef idx="2">
            <a:schemeClr val="dk1"/>
          </a:effectRef>
          <a:fontRef idx="minor">
            <a:schemeClr val="tx1"/>
          </a:fontRef>
        </p:style>
      </p:cxnSp>
      <p:sp>
        <p:nvSpPr>
          <p:cNvPr id="39" name="TextBox 38">
            <a:extLst>
              <a:ext uri="{FF2B5EF4-FFF2-40B4-BE49-F238E27FC236}">
                <a16:creationId xmlns:a16="http://schemas.microsoft.com/office/drawing/2014/main" id="{6D691A96-1402-D494-4F75-19EAC4988FA3}"/>
              </a:ext>
            </a:extLst>
          </p:cNvPr>
          <p:cNvSpPr txBox="1"/>
          <p:nvPr/>
        </p:nvSpPr>
        <p:spPr>
          <a:xfrm>
            <a:off x="2077799" y="5230823"/>
            <a:ext cx="1573174"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Speak Live</a:t>
            </a:r>
          </a:p>
        </p:txBody>
      </p:sp>
      <p:sp>
        <p:nvSpPr>
          <p:cNvPr id="46" name="Rectangle 45">
            <a:extLst>
              <a:ext uri="{FF2B5EF4-FFF2-40B4-BE49-F238E27FC236}">
                <a16:creationId xmlns:a16="http://schemas.microsoft.com/office/drawing/2014/main" id="{800D90CC-5E61-64CC-1DEA-1607596B5ED8}"/>
              </a:ext>
            </a:extLst>
          </p:cNvPr>
          <p:cNvSpPr/>
          <p:nvPr/>
        </p:nvSpPr>
        <p:spPr>
          <a:xfrm>
            <a:off x="4837551" y="5016893"/>
            <a:ext cx="1559105" cy="797192"/>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a:extLst>
              <a:ext uri="{FF2B5EF4-FFF2-40B4-BE49-F238E27FC236}">
                <a16:creationId xmlns:a16="http://schemas.microsoft.com/office/drawing/2014/main" id="{47274D4E-6042-29D9-B7F1-C1D1C5BD6B04}"/>
              </a:ext>
            </a:extLst>
          </p:cNvPr>
          <p:cNvSpPr txBox="1"/>
          <p:nvPr/>
        </p:nvSpPr>
        <p:spPr>
          <a:xfrm>
            <a:off x="4865689" y="5078291"/>
            <a:ext cx="1545036"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Speech Recognition</a:t>
            </a:r>
          </a:p>
        </p:txBody>
      </p:sp>
      <p:cxnSp>
        <p:nvCxnSpPr>
          <p:cNvPr id="48" name="Straight Arrow Connector 47">
            <a:extLst>
              <a:ext uri="{FF2B5EF4-FFF2-40B4-BE49-F238E27FC236}">
                <a16:creationId xmlns:a16="http://schemas.microsoft.com/office/drawing/2014/main" id="{46622C65-CC44-82B3-E981-949913C58B87}"/>
              </a:ext>
            </a:extLst>
          </p:cNvPr>
          <p:cNvCxnSpPr>
            <a:cxnSpLocks/>
            <a:stCxn id="9" idx="3"/>
            <a:endCxn id="46" idx="1"/>
          </p:cNvCxnSpPr>
          <p:nvPr/>
        </p:nvCxnSpPr>
        <p:spPr>
          <a:xfrm flipV="1">
            <a:off x="3636904" y="5415489"/>
            <a:ext cx="1200647" cy="48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1" name="TextBox 70">
            <a:extLst>
              <a:ext uri="{FF2B5EF4-FFF2-40B4-BE49-F238E27FC236}">
                <a16:creationId xmlns:a16="http://schemas.microsoft.com/office/drawing/2014/main" id="{9C6FFDF6-1365-319B-0DC5-2DBBE9799D5E}"/>
              </a:ext>
            </a:extLst>
          </p:cNvPr>
          <p:cNvSpPr txBox="1"/>
          <p:nvPr/>
        </p:nvSpPr>
        <p:spPr>
          <a:xfrm>
            <a:off x="5589021" y="4349340"/>
            <a:ext cx="1320556"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Converts Speech to Text</a:t>
            </a:r>
          </a:p>
        </p:txBody>
      </p:sp>
      <p:cxnSp>
        <p:nvCxnSpPr>
          <p:cNvPr id="16" name="Straight Arrow Connector 15">
            <a:extLst>
              <a:ext uri="{FF2B5EF4-FFF2-40B4-BE49-F238E27FC236}">
                <a16:creationId xmlns:a16="http://schemas.microsoft.com/office/drawing/2014/main" id="{C9095992-64E4-5E72-B9AA-A23CD68DEBA8}"/>
              </a:ext>
            </a:extLst>
          </p:cNvPr>
          <p:cNvCxnSpPr>
            <a:cxnSpLocks/>
            <a:stCxn id="46" idx="0"/>
            <a:endCxn id="19" idx="2"/>
          </p:cNvCxnSpPr>
          <p:nvPr/>
        </p:nvCxnSpPr>
        <p:spPr>
          <a:xfrm flipV="1">
            <a:off x="5617104" y="4248684"/>
            <a:ext cx="4460" cy="76820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582712AE-BB06-5694-CF1A-D0D779A3A604}"/>
              </a:ext>
            </a:extLst>
          </p:cNvPr>
          <p:cNvSpPr txBox="1"/>
          <p:nvPr/>
        </p:nvSpPr>
        <p:spPr>
          <a:xfrm>
            <a:off x="3649196" y="3453500"/>
            <a:ext cx="976336"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Extracts Text</a:t>
            </a:r>
          </a:p>
        </p:txBody>
      </p:sp>
    </p:spTree>
    <p:extLst>
      <p:ext uri="{BB962C8B-B14F-4D97-AF65-F5344CB8AC3E}">
        <p14:creationId xmlns:p14="http://schemas.microsoft.com/office/powerpoint/2010/main" val="3751592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302C9-38BD-1DDC-0D0F-FF5E9E6DF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E8F32-9C9C-D31C-0B0F-034F24825D21}"/>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DATA FLOW DIAGRAM (DFD LEVEL-1)</a:t>
            </a:r>
          </a:p>
        </p:txBody>
      </p:sp>
      <p:pic>
        <p:nvPicPr>
          <p:cNvPr id="6" name="Picture 5">
            <a:extLst>
              <a:ext uri="{FF2B5EF4-FFF2-40B4-BE49-F238E27FC236}">
                <a16:creationId xmlns:a16="http://schemas.microsoft.com/office/drawing/2014/main" id="{233EC5CC-20B8-3A64-0D8F-E915AA60F1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44B6780C-89CC-876C-D99A-F17FC066AF99}"/>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3" name="TextBox 2">
            <a:extLst>
              <a:ext uri="{FF2B5EF4-FFF2-40B4-BE49-F238E27FC236}">
                <a16:creationId xmlns:a16="http://schemas.microsoft.com/office/drawing/2014/main" id="{C242F282-9237-711E-C128-D0C860D179D5}"/>
              </a:ext>
            </a:extLst>
          </p:cNvPr>
          <p:cNvSpPr txBox="1"/>
          <p:nvPr/>
        </p:nvSpPr>
        <p:spPr>
          <a:xfrm>
            <a:off x="1621081" y="1565714"/>
            <a:ext cx="1262976"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User</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054DBE0-C233-AE99-B2DD-3B5789BECDF6}"/>
              </a:ext>
            </a:extLst>
          </p:cNvPr>
          <p:cNvSpPr txBox="1"/>
          <p:nvPr/>
        </p:nvSpPr>
        <p:spPr>
          <a:xfrm>
            <a:off x="5041011" y="1443732"/>
            <a:ext cx="2198154" cy="646331"/>
          </a:xfrm>
          <a:prstGeom prst="rect">
            <a:avLst/>
          </a:prstGeom>
          <a:noFill/>
        </p:spPr>
        <p:txBody>
          <a:bodyPr wrap="square" rtlCol="0">
            <a:spAutoFit/>
          </a:bodyPr>
          <a:lstStyle/>
          <a:p>
            <a:pPr algn="ctr"/>
            <a:r>
              <a:rPr lang="en-US" dirty="0"/>
              <a:t>Upload Image </a:t>
            </a:r>
          </a:p>
          <a:p>
            <a:pPr algn="ctr"/>
            <a:r>
              <a:rPr lang="en-US" dirty="0"/>
              <a:t>&amp; Preprocess</a:t>
            </a:r>
            <a:endParaRPr lang="en-IN" dirty="0"/>
          </a:p>
        </p:txBody>
      </p:sp>
      <p:sp>
        <p:nvSpPr>
          <p:cNvPr id="13" name="TextBox 12">
            <a:extLst>
              <a:ext uri="{FF2B5EF4-FFF2-40B4-BE49-F238E27FC236}">
                <a16:creationId xmlns:a16="http://schemas.microsoft.com/office/drawing/2014/main" id="{59979932-41D0-A44D-7455-FD4EB53AA014}"/>
              </a:ext>
            </a:extLst>
          </p:cNvPr>
          <p:cNvSpPr txBox="1"/>
          <p:nvPr/>
        </p:nvSpPr>
        <p:spPr>
          <a:xfrm>
            <a:off x="5004318" y="2592300"/>
            <a:ext cx="2395913"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Validate Image Clarity</a:t>
            </a:r>
            <a:endParaRPr lang="en-IN"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2730D755-CB7C-FF9D-035D-4D45790A0F87}"/>
              </a:ext>
            </a:extLst>
          </p:cNvPr>
          <p:cNvSpPr txBox="1"/>
          <p:nvPr/>
        </p:nvSpPr>
        <p:spPr>
          <a:xfrm>
            <a:off x="8971841" y="3312045"/>
            <a:ext cx="2496214"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Process Image Message (Resizing etc.)</a:t>
            </a:r>
            <a:endParaRPr lang="en-IN"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9AC963C5-9A3D-49AB-8992-96D4D0A9E171}"/>
              </a:ext>
            </a:extLst>
          </p:cNvPr>
          <p:cNvSpPr txBox="1"/>
          <p:nvPr/>
        </p:nvSpPr>
        <p:spPr>
          <a:xfrm>
            <a:off x="9080931" y="1661051"/>
            <a:ext cx="2291655"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Show Error Message</a:t>
            </a:r>
          </a:p>
          <a:p>
            <a:pPr algn="ctr"/>
            <a:r>
              <a:rPr lang="en-US" dirty="0">
                <a:latin typeface="Times New Roman" panose="02020603050405020304" pitchFamily="18" charset="0"/>
                <a:cs typeface="Times New Roman" panose="02020603050405020304" pitchFamily="18" charset="0"/>
              </a:rPr>
              <a:t>(Request a clearer image)</a:t>
            </a:r>
          </a:p>
        </p:txBody>
      </p:sp>
      <p:sp>
        <p:nvSpPr>
          <p:cNvPr id="32" name="TextBox 31">
            <a:extLst>
              <a:ext uri="{FF2B5EF4-FFF2-40B4-BE49-F238E27FC236}">
                <a16:creationId xmlns:a16="http://schemas.microsoft.com/office/drawing/2014/main" id="{623EB647-992C-87B1-CD3F-4E44D4C890D2}"/>
              </a:ext>
            </a:extLst>
          </p:cNvPr>
          <p:cNvSpPr txBox="1"/>
          <p:nvPr/>
        </p:nvSpPr>
        <p:spPr>
          <a:xfrm>
            <a:off x="4931225" y="3580656"/>
            <a:ext cx="2612571"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Extract Text (OCR)</a:t>
            </a:r>
            <a:endParaRPr lang="en-IN"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7CEA9440-A251-D0A9-8696-6081BA3787FB}"/>
              </a:ext>
            </a:extLst>
          </p:cNvPr>
          <p:cNvSpPr txBox="1"/>
          <p:nvPr/>
        </p:nvSpPr>
        <p:spPr>
          <a:xfrm>
            <a:off x="4877344" y="4448516"/>
            <a:ext cx="2656104"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Text Translation </a:t>
            </a:r>
          </a:p>
          <a:p>
            <a:pPr algn="ctr"/>
            <a:r>
              <a:rPr lang="en-US" dirty="0">
                <a:latin typeface="Times New Roman" panose="02020603050405020304" pitchFamily="18" charset="0"/>
                <a:cs typeface="Times New Roman" panose="02020603050405020304" pitchFamily="18" charset="0"/>
              </a:rPr>
              <a:t>(Google Translate API)</a:t>
            </a:r>
            <a:endParaRPr lang="en-IN"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1C4FFC0B-924B-74C2-89DA-FF756F2CA886}"/>
              </a:ext>
            </a:extLst>
          </p:cNvPr>
          <p:cNvSpPr txBox="1"/>
          <p:nvPr/>
        </p:nvSpPr>
        <p:spPr>
          <a:xfrm>
            <a:off x="4944156" y="5560684"/>
            <a:ext cx="2656111"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Text-to-Speech </a:t>
            </a:r>
          </a:p>
          <a:p>
            <a:pPr algn="ctr"/>
            <a:r>
              <a:rPr lang="en-US" dirty="0">
                <a:latin typeface="Times New Roman" panose="02020603050405020304" pitchFamily="18" charset="0"/>
                <a:cs typeface="Times New Roman" panose="02020603050405020304" pitchFamily="18" charset="0"/>
              </a:rPr>
              <a:t>(Google TTS API)</a:t>
            </a:r>
            <a:endParaRPr lang="en-IN" dirty="0">
              <a:latin typeface="Times New Roman" panose="02020603050405020304" pitchFamily="18" charset="0"/>
              <a:cs typeface="Times New Roman" panose="02020603050405020304" pitchFamily="18" charset="0"/>
            </a:endParaRPr>
          </a:p>
        </p:txBody>
      </p:sp>
      <p:sp>
        <p:nvSpPr>
          <p:cNvPr id="35" name="Oval 34">
            <a:extLst>
              <a:ext uri="{FF2B5EF4-FFF2-40B4-BE49-F238E27FC236}">
                <a16:creationId xmlns:a16="http://schemas.microsoft.com/office/drawing/2014/main" id="{E7B01D07-8403-6F20-E0B1-0EFB856ED8A6}"/>
              </a:ext>
            </a:extLst>
          </p:cNvPr>
          <p:cNvSpPr/>
          <p:nvPr/>
        </p:nvSpPr>
        <p:spPr>
          <a:xfrm>
            <a:off x="4883541" y="2439307"/>
            <a:ext cx="2649907" cy="70612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F78A80CD-99BC-4FB3-44F4-D5A95A6113F6}"/>
              </a:ext>
            </a:extLst>
          </p:cNvPr>
          <p:cNvSpPr/>
          <p:nvPr/>
        </p:nvSpPr>
        <p:spPr>
          <a:xfrm>
            <a:off x="4877344" y="1403832"/>
            <a:ext cx="2656110" cy="70612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3063BB6B-3F03-879D-03B8-A6DAD35B000C}"/>
              </a:ext>
            </a:extLst>
          </p:cNvPr>
          <p:cNvSpPr/>
          <p:nvPr/>
        </p:nvSpPr>
        <p:spPr>
          <a:xfrm>
            <a:off x="8891893" y="3133987"/>
            <a:ext cx="2656111" cy="95844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BD9096D9-4741-743A-AF86-7DFE214E5884}"/>
              </a:ext>
            </a:extLst>
          </p:cNvPr>
          <p:cNvSpPr/>
          <p:nvPr/>
        </p:nvSpPr>
        <p:spPr>
          <a:xfrm>
            <a:off x="8885700" y="1606884"/>
            <a:ext cx="2656111" cy="95844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C555C040-F19B-4CCD-E8B2-2CD370C863F0}"/>
              </a:ext>
            </a:extLst>
          </p:cNvPr>
          <p:cNvSpPr/>
          <p:nvPr/>
        </p:nvSpPr>
        <p:spPr>
          <a:xfrm>
            <a:off x="4881261" y="3410959"/>
            <a:ext cx="2656111" cy="69405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CB5F374F-E174-916B-00EA-2A0F1148936B}"/>
              </a:ext>
            </a:extLst>
          </p:cNvPr>
          <p:cNvSpPr/>
          <p:nvPr/>
        </p:nvSpPr>
        <p:spPr>
          <a:xfrm>
            <a:off x="4877344" y="4424653"/>
            <a:ext cx="2656110" cy="79732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EB79A5D9-2150-E1DC-0847-0460351CBCEC}"/>
              </a:ext>
            </a:extLst>
          </p:cNvPr>
          <p:cNvSpPr/>
          <p:nvPr/>
        </p:nvSpPr>
        <p:spPr>
          <a:xfrm>
            <a:off x="4877345" y="5416820"/>
            <a:ext cx="2666452" cy="90776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BD5D9D19-6702-C8AA-BAB6-78882024A00A}"/>
              </a:ext>
            </a:extLst>
          </p:cNvPr>
          <p:cNvSpPr/>
          <p:nvPr/>
        </p:nvSpPr>
        <p:spPr>
          <a:xfrm>
            <a:off x="1621081" y="1439774"/>
            <a:ext cx="1273628"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F5F8651D-7EEA-A538-46D3-A3B9618220BB}"/>
              </a:ext>
            </a:extLst>
          </p:cNvPr>
          <p:cNvSpPr/>
          <p:nvPr/>
        </p:nvSpPr>
        <p:spPr>
          <a:xfrm>
            <a:off x="9280070" y="5416820"/>
            <a:ext cx="2128159" cy="8654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7" name="Straight Arrow Connector 46">
            <a:extLst>
              <a:ext uri="{FF2B5EF4-FFF2-40B4-BE49-F238E27FC236}">
                <a16:creationId xmlns:a16="http://schemas.microsoft.com/office/drawing/2014/main" id="{38B04011-3991-C533-7BF3-D2C07EDD37F7}"/>
              </a:ext>
            </a:extLst>
          </p:cNvPr>
          <p:cNvCxnSpPr>
            <a:cxnSpLocks/>
            <a:stCxn id="45" idx="3"/>
            <a:endCxn id="37" idx="2"/>
          </p:cNvCxnSpPr>
          <p:nvPr/>
        </p:nvCxnSpPr>
        <p:spPr>
          <a:xfrm flipV="1">
            <a:off x="2894709" y="1756893"/>
            <a:ext cx="1982635" cy="604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94F4BCDB-162D-ABE8-574E-68104BE21460}"/>
              </a:ext>
            </a:extLst>
          </p:cNvPr>
          <p:cNvCxnSpPr>
            <a:cxnSpLocks/>
            <a:stCxn id="37" idx="4"/>
            <a:endCxn id="35" idx="0"/>
          </p:cNvCxnSpPr>
          <p:nvPr/>
        </p:nvCxnSpPr>
        <p:spPr>
          <a:xfrm>
            <a:off x="6205399" y="2109953"/>
            <a:ext cx="3096" cy="3293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a:extLst>
              <a:ext uri="{FF2B5EF4-FFF2-40B4-BE49-F238E27FC236}">
                <a16:creationId xmlns:a16="http://schemas.microsoft.com/office/drawing/2014/main" id="{8522369C-AF38-CB6A-43DD-399D117601EA}"/>
              </a:ext>
            </a:extLst>
          </p:cNvPr>
          <p:cNvCxnSpPr>
            <a:cxnSpLocks/>
            <a:stCxn id="41" idx="4"/>
            <a:endCxn id="43" idx="0"/>
          </p:cNvCxnSpPr>
          <p:nvPr/>
        </p:nvCxnSpPr>
        <p:spPr>
          <a:xfrm flipH="1">
            <a:off x="6205399" y="4105016"/>
            <a:ext cx="3918" cy="31963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1" name="Straight Arrow Connector 50">
            <a:extLst>
              <a:ext uri="{FF2B5EF4-FFF2-40B4-BE49-F238E27FC236}">
                <a16:creationId xmlns:a16="http://schemas.microsoft.com/office/drawing/2014/main" id="{432664CF-9E5C-BC35-3025-ED5077303A0D}"/>
              </a:ext>
            </a:extLst>
          </p:cNvPr>
          <p:cNvCxnSpPr>
            <a:cxnSpLocks/>
            <a:stCxn id="43" idx="4"/>
            <a:endCxn id="44" idx="0"/>
          </p:cNvCxnSpPr>
          <p:nvPr/>
        </p:nvCxnSpPr>
        <p:spPr>
          <a:xfrm>
            <a:off x="6205399" y="5221975"/>
            <a:ext cx="5172" cy="1948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2" name="Straight Arrow Connector 51">
            <a:extLst>
              <a:ext uri="{FF2B5EF4-FFF2-40B4-BE49-F238E27FC236}">
                <a16:creationId xmlns:a16="http://schemas.microsoft.com/office/drawing/2014/main" id="{52E8BF3D-CE65-303F-CDA2-F99E958E8052}"/>
              </a:ext>
            </a:extLst>
          </p:cNvPr>
          <p:cNvCxnSpPr>
            <a:cxnSpLocks/>
            <a:stCxn id="44" idx="6"/>
            <a:endCxn id="46" idx="1"/>
          </p:cNvCxnSpPr>
          <p:nvPr/>
        </p:nvCxnSpPr>
        <p:spPr>
          <a:xfrm flipV="1">
            <a:off x="7543797" y="5849531"/>
            <a:ext cx="1736273" cy="211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3" name="Straight Arrow Connector 52">
            <a:extLst>
              <a:ext uri="{FF2B5EF4-FFF2-40B4-BE49-F238E27FC236}">
                <a16:creationId xmlns:a16="http://schemas.microsoft.com/office/drawing/2014/main" id="{0BE87018-3551-B1C7-D2E4-2BA9673FB221}"/>
              </a:ext>
            </a:extLst>
          </p:cNvPr>
          <p:cNvCxnSpPr>
            <a:cxnSpLocks/>
            <a:stCxn id="35" idx="6"/>
            <a:endCxn id="38" idx="2"/>
          </p:cNvCxnSpPr>
          <p:nvPr/>
        </p:nvCxnSpPr>
        <p:spPr>
          <a:xfrm>
            <a:off x="7533448" y="2792368"/>
            <a:ext cx="1358445" cy="8208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Straight Arrow Connector 53">
            <a:extLst>
              <a:ext uri="{FF2B5EF4-FFF2-40B4-BE49-F238E27FC236}">
                <a16:creationId xmlns:a16="http://schemas.microsoft.com/office/drawing/2014/main" id="{62ADC4C0-9B2F-9396-8D7B-0BE7F077AFB4}"/>
              </a:ext>
            </a:extLst>
          </p:cNvPr>
          <p:cNvCxnSpPr>
            <a:cxnSpLocks/>
            <a:stCxn id="35" idx="6"/>
            <a:endCxn id="39" idx="3"/>
          </p:cNvCxnSpPr>
          <p:nvPr/>
        </p:nvCxnSpPr>
        <p:spPr>
          <a:xfrm flipV="1">
            <a:off x="7533448" y="2424966"/>
            <a:ext cx="1741230" cy="3674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5" name="TextBox 54">
            <a:extLst>
              <a:ext uri="{FF2B5EF4-FFF2-40B4-BE49-F238E27FC236}">
                <a16:creationId xmlns:a16="http://schemas.microsoft.com/office/drawing/2014/main" id="{DE759387-D536-3709-64B9-8FFFB3517DE6}"/>
              </a:ext>
            </a:extLst>
          </p:cNvPr>
          <p:cNvSpPr txBox="1"/>
          <p:nvPr/>
        </p:nvSpPr>
        <p:spPr>
          <a:xfrm rot="1860000">
            <a:off x="7790207" y="2977240"/>
            <a:ext cx="1227709" cy="646331"/>
          </a:xfrm>
          <a:prstGeom prst="rect">
            <a:avLst/>
          </a:prstGeom>
          <a:noFill/>
        </p:spPr>
        <p:txBody>
          <a:bodyPr wrap="square" rtlCol="0">
            <a:spAutoFit/>
          </a:bodyPr>
          <a:lstStyle/>
          <a:p>
            <a:pPr algn="ctr"/>
            <a:r>
              <a:rPr lang="en-US" dirty="0"/>
              <a:t>Image Clear</a:t>
            </a:r>
            <a:endParaRPr lang="en-IN" dirty="0"/>
          </a:p>
        </p:txBody>
      </p:sp>
      <p:sp>
        <p:nvSpPr>
          <p:cNvPr id="56" name="TextBox 55">
            <a:extLst>
              <a:ext uri="{FF2B5EF4-FFF2-40B4-BE49-F238E27FC236}">
                <a16:creationId xmlns:a16="http://schemas.microsoft.com/office/drawing/2014/main" id="{9EC7396F-FC16-E331-5330-08CCA99E2B7A}"/>
              </a:ext>
            </a:extLst>
          </p:cNvPr>
          <p:cNvSpPr txBox="1"/>
          <p:nvPr/>
        </p:nvSpPr>
        <p:spPr>
          <a:xfrm rot="20940000">
            <a:off x="7784681" y="2251689"/>
            <a:ext cx="1382441" cy="646331"/>
          </a:xfrm>
          <a:prstGeom prst="rect">
            <a:avLst/>
          </a:prstGeom>
          <a:noFill/>
        </p:spPr>
        <p:txBody>
          <a:bodyPr wrap="square" rtlCol="0">
            <a:spAutoFit/>
          </a:bodyPr>
          <a:lstStyle/>
          <a:p>
            <a:pPr algn="ctr"/>
            <a:r>
              <a:rPr lang="en-US" dirty="0"/>
              <a:t>Image Unclear</a:t>
            </a:r>
            <a:endParaRPr lang="en-IN" dirty="0"/>
          </a:p>
        </p:txBody>
      </p:sp>
      <p:cxnSp>
        <p:nvCxnSpPr>
          <p:cNvPr id="99" name="Connector: Elbow 98">
            <a:extLst>
              <a:ext uri="{FF2B5EF4-FFF2-40B4-BE49-F238E27FC236}">
                <a16:creationId xmlns:a16="http://schemas.microsoft.com/office/drawing/2014/main" id="{0FF3EE6C-F8AD-7A1A-4EEB-8720CB13ACF6}"/>
              </a:ext>
            </a:extLst>
          </p:cNvPr>
          <p:cNvCxnSpPr>
            <a:cxnSpLocks/>
            <a:stCxn id="38" idx="4"/>
            <a:endCxn id="41" idx="6"/>
          </p:cNvCxnSpPr>
          <p:nvPr/>
        </p:nvCxnSpPr>
        <p:spPr>
          <a:xfrm rot="5400000" flipH="1">
            <a:off x="8711440" y="2583921"/>
            <a:ext cx="334442" cy="2682577"/>
          </a:xfrm>
          <a:prstGeom prst="bentConnector4">
            <a:avLst>
              <a:gd name="adj1" fmla="val -68353"/>
              <a:gd name="adj2" fmla="val 74753"/>
            </a:avLst>
          </a:prstGeom>
          <a:ln>
            <a:tailEnd type="triangle"/>
          </a:ln>
        </p:spPr>
        <p:style>
          <a:lnRef idx="3">
            <a:schemeClr val="dk1"/>
          </a:lnRef>
          <a:fillRef idx="0">
            <a:schemeClr val="dk1"/>
          </a:fillRef>
          <a:effectRef idx="2">
            <a:schemeClr val="dk1"/>
          </a:effectRef>
          <a:fontRef idx="minor">
            <a:schemeClr val="tx1"/>
          </a:fontRef>
        </p:style>
      </p:cxnSp>
      <p:sp>
        <p:nvSpPr>
          <p:cNvPr id="101" name="TextBox 100">
            <a:extLst>
              <a:ext uri="{FF2B5EF4-FFF2-40B4-BE49-F238E27FC236}">
                <a16:creationId xmlns:a16="http://schemas.microsoft.com/office/drawing/2014/main" id="{D67F4BD1-4D5A-D4DF-E09D-DE0E5059CCA0}"/>
              </a:ext>
            </a:extLst>
          </p:cNvPr>
          <p:cNvSpPr txBox="1"/>
          <p:nvPr/>
        </p:nvSpPr>
        <p:spPr>
          <a:xfrm>
            <a:off x="9476012" y="5526365"/>
            <a:ext cx="1736273"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Listen to the Audio</a:t>
            </a:r>
            <a:endParaRPr lang="en-IN" dirty="0">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A218BAD4-26BD-4BCB-61DD-D2CA856AF73C}"/>
              </a:ext>
            </a:extLst>
          </p:cNvPr>
          <p:cNvCxnSpPr>
            <a:cxnSpLocks/>
            <a:stCxn id="39" idx="2"/>
            <a:endCxn id="37" idx="6"/>
          </p:cNvCxnSpPr>
          <p:nvPr/>
        </p:nvCxnSpPr>
        <p:spPr>
          <a:xfrm flipH="1" flipV="1">
            <a:off x="7533454" y="1756893"/>
            <a:ext cx="1352246" cy="32921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Rectangle 13">
            <a:extLst>
              <a:ext uri="{FF2B5EF4-FFF2-40B4-BE49-F238E27FC236}">
                <a16:creationId xmlns:a16="http://schemas.microsoft.com/office/drawing/2014/main" id="{EE61ABA6-AE1E-C835-7500-8DE111A7484F}"/>
              </a:ext>
            </a:extLst>
          </p:cNvPr>
          <p:cNvSpPr/>
          <p:nvPr/>
        </p:nvSpPr>
        <p:spPr>
          <a:xfrm>
            <a:off x="2679022" y="5416820"/>
            <a:ext cx="1507521" cy="8654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AD1FBF6A-1CFE-5312-C365-05D9E4FD7477}"/>
              </a:ext>
            </a:extLst>
          </p:cNvPr>
          <p:cNvCxnSpPr>
            <a:cxnSpLocks/>
            <a:stCxn id="26" idx="4"/>
            <a:endCxn id="61" idx="0"/>
          </p:cNvCxnSpPr>
          <p:nvPr/>
        </p:nvCxnSpPr>
        <p:spPr>
          <a:xfrm flipH="1">
            <a:off x="2257895" y="3255685"/>
            <a:ext cx="1" cy="4120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a16="http://schemas.microsoft.com/office/drawing/2014/main" id="{B28F217D-396B-0FA5-0F78-35B42AB1FB8C}"/>
              </a:ext>
            </a:extLst>
          </p:cNvPr>
          <p:cNvSpPr txBox="1"/>
          <p:nvPr/>
        </p:nvSpPr>
        <p:spPr>
          <a:xfrm>
            <a:off x="2679022" y="5675452"/>
            <a:ext cx="150752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Text Output</a:t>
            </a:r>
          </a:p>
        </p:txBody>
      </p:sp>
      <p:sp>
        <p:nvSpPr>
          <p:cNvPr id="26" name="Oval 25">
            <a:extLst>
              <a:ext uri="{FF2B5EF4-FFF2-40B4-BE49-F238E27FC236}">
                <a16:creationId xmlns:a16="http://schemas.microsoft.com/office/drawing/2014/main" id="{E6DDC179-463E-9B87-D21E-6C1BA917B705}"/>
              </a:ext>
            </a:extLst>
          </p:cNvPr>
          <p:cNvSpPr/>
          <p:nvPr/>
        </p:nvSpPr>
        <p:spPr>
          <a:xfrm>
            <a:off x="1188841" y="2561628"/>
            <a:ext cx="2138110" cy="69405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9495A709-4EFF-BB01-11BC-9DDE26BEB48B}"/>
              </a:ext>
            </a:extLst>
          </p:cNvPr>
          <p:cNvSpPr txBox="1"/>
          <p:nvPr/>
        </p:nvSpPr>
        <p:spPr>
          <a:xfrm>
            <a:off x="1332009" y="2723990"/>
            <a:ext cx="1827513"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Speak Live</a:t>
            </a:r>
            <a:endParaRPr lang="en-IN" dirty="0">
              <a:latin typeface="Times New Roman" panose="02020603050405020304" pitchFamily="18" charset="0"/>
              <a:cs typeface="Times New Roman" panose="02020603050405020304" pitchFamily="18" charset="0"/>
            </a:endParaRPr>
          </a:p>
        </p:txBody>
      </p:sp>
      <p:sp>
        <p:nvSpPr>
          <p:cNvPr id="61" name="Oval 60">
            <a:extLst>
              <a:ext uri="{FF2B5EF4-FFF2-40B4-BE49-F238E27FC236}">
                <a16:creationId xmlns:a16="http://schemas.microsoft.com/office/drawing/2014/main" id="{2517A53E-0B93-A9A6-176C-4249BB807538}"/>
              </a:ext>
            </a:extLst>
          </p:cNvPr>
          <p:cNvSpPr/>
          <p:nvPr/>
        </p:nvSpPr>
        <p:spPr>
          <a:xfrm>
            <a:off x="1188840" y="3667695"/>
            <a:ext cx="2138110" cy="69405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4" name="Connector: Elbow 63">
            <a:extLst>
              <a:ext uri="{FF2B5EF4-FFF2-40B4-BE49-F238E27FC236}">
                <a16:creationId xmlns:a16="http://schemas.microsoft.com/office/drawing/2014/main" id="{E30B31A7-A604-E50D-2D80-A0C1B8BE3C3C}"/>
              </a:ext>
            </a:extLst>
          </p:cNvPr>
          <p:cNvCxnSpPr>
            <a:cxnSpLocks/>
            <a:stCxn id="43" idx="2"/>
            <a:endCxn id="14" idx="0"/>
          </p:cNvCxnSpPr>
          <p:nvPr/>
        </p:nvCxnSpPr>
        <p:spPr>
          <a:xfrm rot="10800000" flipV="1">
            <a:off x="3432784" y="4823314"/>
            <a:ext cx="1444561" cy="593506"/>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68" name="TextBox 67">
            <a:extLst>
              <a:ext uri="{FF2B5EF4-FFF2-40B4-BE49-F238E27FC236}">
                <a16:creationId xmlns:a16="http://schemas.microsoft.com/office/drawing/2014/main" id="{DE46602B-1173-F615-B3E2-44CAC95C4F85}"/>
              </a:ext>
            </a:extLst>
          </p:cNvPr>
          <p:cNvSpPr txBox="1"/>
          <p:nvPr/>
        </p:nvSpPr>
        <p:spPr>
          <a:xfrm>
            <a:off x="1204945" y="3830057"/>
            <a:ext cx="213419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Speak Recognizer</a:t>
            </a:r>
            <a:endParaRPr lang="en-IN" dirty="0">
              <a:latin typeface="Times New Roman" panose="02020603050405020304" pitchFamily="18" charset="0"/>
              <a:cs typeface="Times New Roman" panose="02020603050405020304" pitchFamily="18" charset="0"/>
            </a:endParaRPr>
          </a:p>
        </p:txBody>
      </p:sp>
      <p:cxnSp>
        <p:nvCxnSpPr>
          <p:cNvPr id="70" name="Straight Arrow Connector 69">
            <a:extLst>
              <a:ext uri="{FF2B5EF4-FFF2-40B4-BE49-F238E27FC236}">
                <a16:creationId xmlns:a16="http://schemas.microsoft.com/office/drawing/2014/main" id="{4801CA54-AE30-6A82-3BE1-16C4ABD8E43B}"/>
              </a:ext>
            </a:extLst>
          </p:cNvPr>
          <p:cNvCxnSpPr>
            <a:cxnSpLocks/>
            <a:stCxn id="68" idx="3"/>
            <a:endCxn id="43" idx="1"/>
          </p:cNvCxnSpPr>
          <p:nvPr/>
        </p:nvCxnSpPr>
        <p:spPr>
          <a:xfrm>
            <a:off x="3339137" y="4014723"/>
            <a:ext cx="1927185" cy="5266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0" name="Connector: Elbow 89">
            <a:extLst>
              <a:ext uri="{FF2B5EF4-FFF2-40B4-BE49-F238E27FC236}">
                <a16:creationId xmlns:a16="http://schemas.microsoft.com/office/drawing/2014/main" id="{7AE53CCA-33D1-0642-CE13-D4346DDFC226}"/>
              </a:ext>
            </a:extLst>
          </p:cNvPr>
          <p:cNvCxnSpPr>
            <a:cxnSpLocks/>
            <a:stCxn id="45" idx="3"/>
            <a:endCxn id="26" idx="6"/>
          </p:cNvCxnSpPr>
          <p:nvPr/>
        </p:nvCxnSpPr>
        <p:spPr>
          <a:xfrm>
            <a:off x="2894709" y="1762940"/>
            <a:ext cx="432242" cy="1145717"/>
          </a:xfrm>
          <a:prstGeom prst="bentConnector3">
            <a:avLst>
              <a:gd name="adj1" fmla="val 152887"/>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96149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28F7B-9B13-FA49-8F52-2FF87F87E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A0835-E98A-F231-83A3-CBAD420CF8DD}"/>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UML DIAGRAM</a:t>
            </a:r>
          </a:p>
        </p:txBody>
      </p:sp>
      <p:pic>
        <p:nvPicPr>
          <p:cNvPr id="6" name="Picture 5">
            <a:extLst>
              <a:ext uri="{FF2B5EF4-FFF2-40B4-BE49-F238E27FC236}">
                <a16:creationId xmlns:a16="http://schemas.microsoft.com/office/drawing/2014/main" id="{688DF757-2972-7793-6AAC-7342FE43A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6B56ECEC-F790-0EB7-135B-5CB48FC7A4FD}"/>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32" name="TextBox 31">
            <a:extLst>
              <a:ext uri="{FF2B5EF4-FFF2-40B4-BE49-F238E27FC236}">
                <a16:creationId xmlns:a16="http://schemas.microsoft.com/office/drawing/2014/main" id="{01A5B336-AF1E-3BF7-FC43-714E90FB9FE5}"/>
              </a:ext>
            </a:extLst>
          </p:cNvPr>
          <p:cNvSpPr txBox="1"/>
          <p:nvPr/>
        </p:nvSpPr>
        <p:spPr>
          <a:xfrm>
            <a:off x="1561854" y="5366379"/>
            <a:ext cx="1506655"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OCR Module</a:t>
            </a:r>
          </a:p>
        </p:txBody>
      </p:sp>
      <p:cxnSp>
        <p:nvCxnSpPr>
          <p:cNvPr id="150" name="Straight Connector 149">
            <a:extLst>
              <a:ext uri="{FF2B5EF4-FFF2-40B4-BE49-F238E27FC236}">
                <a16:creationId xmlns:a16="http://schemas.microsoft.com/office/drawing/2014/main" id="{61433C9A-DF70-9C87-7B52-7E73E546E30C}"/>
              </a:ext>
            </a:extLst>
          </p:cNvPr>
          <p:cNvCxnSpPr>
            <a:cxnSpLocks/>
            <a:stCxn id="108" idx="6"/>
          </p:cNvCxnSpPr>
          <p:nvPr/>
        </p:nvCxnSpPr>
        <p:spPr>
          <a:xfrm>
            <a:off x="6885062" y="4587447"/>
            <a:ext cx="2434704" cy="91376"/>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CC7C9061-2C7A-D521-232B-AB3743859103}"/>
              </a:ext>
            </a:extLst>
          </p:cNvPr>
          <p:cNvCxnSpPr>
            <a:cxnSpLocks/>
            <a:stCxn id="71" idx="6"/>
          </p:cNvCxnSpPr>
          <p:nvPr/>
        </p:nvCxnSpPr>
        <p:spPr>
          <a:xfrm flipV="1">
            <a:off x="6900475" y="2676250"/>
            <a:ext cx="2434704" cy="1304256"/>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F0BBA1AC-A268-459D-418D-6F27C681A3A6}"/>
              </a:ext>
            </a:extLst>
          </p:cNvPr>
          <p:cNvCxnSpPr>
            <a:cxnSpLocks/>
            <a:stCxn id="72" idx="6"/>
          </p:cNvCxnSpPr>
          <p:nvPr/>
        </p:nvCxnSpPr>
        <p:spPr>
          <a:xfrm flipV="1">
            <a:off x="6889858" y="4678823"/>
            <a:ext cx="2429908" cy="566092"/>
          </a:xfrm>
          <a:prstGeom prst="line">
            <a:avLst/>
          </a:prstGeom>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a16="http://schemas.microsoft.com/office/drawing/2014/main" id="{6B2360A8-93EB-E94F-0FE3-461142894BD0}"/>
              </a:ext>
            </a:extLst>
          </p:cNvPr>
          <p:cNvSpPr txBox="1"/>
          <p:nvPr/>
        </p:nvSpPr>
        <p:spPr>
          <a:xfrm>
            <a:off x="1596306" y="1234432"/>
            <a:ext cx="273676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Use Case Diagram:</a:t>
            </a:r>
            <a:endParaRPr lang="en-IN" sz="2000" b="1" dirty="0">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AEA960DB-8F08-552F-E642-DBA0F64D4126}"/>
              </a:ext>
            </a:extLst>
          </p:cNvPr>
          <p:cNvSpPr/>
          <p:nvPr/>
        </p:nvSpPr>
        <p:spPr>
          <a:xfrm>
            <a:off x="5205172" y="2499892"/>
            <a:ext cx="1677971" cy="458382"/>
          </a:xfrm>
          <a:prstGeom prst="ellipse">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FB53B05D-12D1-218F-C244-D7976CAB7EC1}"/>
              </a:ext>
            </a:extLst>
          </p:cNvPr>
          <p:cNvSpPr txBox="1"/>
          <p:nvPr/>
        </p:nvSpPr>
        <p:spPr>
          <a:xfrm>
            <a:off x="5213256" y="2546549"/>
            <a:ext cx="1644939"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Speak Live</a:t>
            </a:r>
          </a:p>
        </p:txBody>
      </p:sp>
      <p:sp>
        <p:nvSpPr>
          <p:cNvPr id="64" name="TextBox 63">
            <a:extLst>
              <a:ext uri="{FF2B5EF4-FFF2-40B4-BE49-F238E27FC236}">
                <a16:creationId xmlns:a16="http://schemas.microsoft.com/office/drawing/2014/main" id="{8CC5FA54-50E6-C1AC-A381-D41837942D75}"/>
              </a:ext>
            </a:extLst>
          </p:cNvPr>
          <p:cNvSpPr txBox="1"/>
          <p:nvPr/>
        </p:nvSpPr>
        <p:spPr>
          <a:xfrm>
            <a:off x="5230588" y="3021438"/>
            <a:ext cx="1681405"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Speech Recognizer</a:t>
            </a:r>
          </a:p>
        </p:txBody>
      </p:sp>
      <p:sp>
        <p:nvSpPr>
          <p:cNvPr id="65" name="Oval 64">
            <a:extLst>
              <a:ext uri="{FF2B5EF4-FFF2-40B4-BE49-F238E27FC236}">
                <a16:creationId xmlns:a16="http://schemas.microsoft.com/office/drawing/2014/main" id="{8010FBE7-D3BC-5CAF-291A-899BFE6935D7}"/>
              </a:ext>
            </a:extLst>
          </p:cNvPr>
          <p:cNvSpPr/>
          <p:nvPr/>
        </p:nvSpPr>
        <p:spPr>
          <a:xfrm>
            <a:off x="5222504" y="1175034"/>
            <a:ext cx="1677971" cy="458382"/>
          </a:xfrm>
          <a:prstGeom prst="ellipse">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TextBox 65">
            <a:extLst>
              <a:ext uri="{FF2B5EF4-FFF2-40B4-BE49-F238E27FC236}">
                <a16:creationId xmlns:a16="http://schemas.microsoft.com/office/drawing/2014/main" id="{885EAF9A-9D50-9820-2D87-9288AFD5C7D9}"/>
              </a:ext>
            </a:extLst>
          </p:cNvPr>
          <p:cNvSpPr txBox="1"/>
          <p:nvPr/>
        </p:nvSpPr>
        <p:spPr>
          <a:xfrm>
            <a:off x="5237682" y="1201111"/>
            <a:ext cx="1674313"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Upload Image</a:t>
            </a:r>
          </a:p>
        </p:txBody>
      </p:sp>
      <p:sp>
        <p:nvSpPr>
          <p:cNvPr id="67" name="TextBox 66">
            <a:extLst>
              <a:ext uri="{FF2B5EF4-FFF2-40B4-BE49-F238E27FC236}">
                <a16:creationId xmlns:a16="http://schemas.microsoft.com/office/drawing/2014/main" id="{9458A29A-ADC0-7D94-411D-0C881F3E3A24}"/>
              </a:ext>
            </a:extLst>
          </p:cNvPr>
          <p:cNvSpPr txBox="1"/>
          <p:nvPr/>
        </p:nvSpPr>
        <p:spPr>
          <a:xfrm>
            <a:off x="5214241" y="1740000"/>
            <a:ext cx="1653364"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Extract Text using OCR</a:t>
            </a:r>
          </a:p>
        </p:txBody>
      </p:sp>
      <p:sp>
        <p:nvSpPr>
          <p:cNvPr id="68" name="TextBox 67">
            <a:extLst>
              <a:ext uri="{FF2B5EF4-FFF2-40B4-BE49-F238E27FC236}">
                <a16:creationId xmlns:a16="http://schemas.microsoft.com/office/drawing/2014/main" id="{2CC46D1E-2DC5-3733-66CD-94EA2D3F5322}"/>
              </a:ext>
            </a:extLst>
          </p:cNvPr>
          <p:cNvSpPr txBox="1"/>
          <p:nvPr/>
        </p:nvSpPr>
        <p:spPr>
          <a:xfrm>
            <a:off x="5234509" y="3776772"/>
            <a:ext cx="164247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Translate Text</a:t>
            </a:r>
          </a:p>
        </p:txBody>
      </p:sp>
      <p:sp>
        <p:nvSpPr>
          <p:cNvPr id="69" name="TextBox 68">
            <a:extLst>
              <a:ext uri="{FF2B5EF4-FFF2-40B4-BE49-F238E27FC236}">
                <a16:creationId xmlns:a16="http://schemas.microsoft.com/office/drawing/2014/main" id="{6FC80205-1F0E-D703-743B-6F00DA5F0F57}"/>
              </a:ext>
            </a:extLst>
          </p:cNvPr>
          <p:cNvSpPr txBox="1"/>
          <p:nvPr/>
        </p:nvSpPr>
        <p:spPr>
          <a:xfrm>
            <a:off x="5398832" y="4914290"/>
            <a:ext cx="1330787"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Convert to Speech</a:t>
            </a:r>
          </a:p>
        </p:txBody>
      </p:sp>
      <p:sp>
        <p:nvSpPr>
          <p:cNvPr id="70" name="Oval 69">
            <a:extLst>
              <a:ext uri="{FF2B5EF4-FFF2-40B4-BE49-F238E27FC236}">
                <a16:creationId xmlns:a16="http://schemas.microsoft.com/office/drawing/2014/main" id="{F3E783D5-2740-120B-2EC2-8A4F2EFEF0E4}"/>
              </a:ext>
            </a:extLst>
          </p:cNvPr>
          <p:cNvSpPr/>
          <p:nvPr/>
        </p:nvSpPr>
        <p:spPr>
          <a:xfrm>
            <a:off x="5209136" y="1731133"/>
            <a:ext cx="1677971" cy="646331"/>
          </a:xfrm>
          <a:prstGeom prst="ellipse">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01E879B6-ECF0-B230-1954-00157E558EA6}"/>
              </a:ext>
            </a:extLst>
          </p:cNvPr>
          <p:cNvSpPr/>
          <p:nvPr/>
        </p:nvSpPr>
        <p:spPr>
          <a:xfrm>
            <a:off x="5222504" y="3745284"/>
            <a:ext cx="1677971" cy="470443"/>
          </a:xfrm>
          <a:prstGeom prst="ellipse">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2" name="Oval 71">
            <a:extLst>
              <a:ext uri="{FF2B5EF4-FFF2-40B4-BE49-F238E27FC236}">
                <a16:creationId xmlns:a16="http://schemas.microsoft.com/office/drawing/2014/main" id="{CAF68BEF-2268-EF6B-C71C-5E895F57AFC9}"/>
              </a:ext>
            </a:extLst>
          </p:cNvPr>
          <p:cNvSpPr/>
          <p:nvPr/>
        </p:nvSpPr>
        <p:spPr>
          <a:xfrm>
            <a:off x="5215851" y="4948614"/>
            <a:ext cx="1674007" cy="592602"/>
          </a:xfrm>
          <a:prstGeom prst="ellipse">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21D9B3AC-EEFE-3E39-E98F-6B873513ED85}"/>
              </a:ext>
            </a:extLst>
          </p:cNvPr>
          <p:cNvSpPr/>
          <p:nvPr/>
        </p:nvSpPr>
        <p:spPr>
          <a:xfrm>
            <a:off x="2132206" y="4054976"/>
            <a:ext cx="357907" cy="360132"/>
          </a:xfrm>
          <a:prstGeom prst="ellipse">
            <a:avLst/>
          </a:prstGeom>
          <a:no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6" name="Straight Connector 75">
            <a:extLst>
              <a:ext uri="{FF2B5EF4-FFF2-40B4-BE49-F238E27FC236}">
                <a16:creationId xmlns:a16="http://schemas.microsoft.com/office/drawing/2014/main" id="{453EFC9D-62C7-8A69-E0AF-1E4B903E9523}"/>
              </a:ext>
            </a:extLst>
          </p:cNvPr>
          <p:cNvCxnSpPr>
            <a:cxnSpLocks/>
            <a:stCxn id="73" idx="4"/>
          </p:cNvCxnSpPr>
          <p:nvPr/>
        </p:nvCxnSpPr>
        <p:spPr>
          <a:xfrm flipH="1">
            <a:off x="2311159" y="4415108"/>
            <a:ext cx="1" cy="591139"/>
          </a:xfrm>
          <a:prstGeom prst="line">
            <a:avLst/>
          </a:prstGeom>
        </p:spPr>
        <p:style>
          <a:lnRef idx="3">
            <a:schemeClr val="dk1"/>
          </a:lnRef>
          <a:fillRef idx="0">
            <a:schemeClr val="dk1"/>
          </a:fillRef>
          <a:effectRef idx="2">
            <a:schemeClr val="dk1"/>
          </a:effectRef>
          <a:fontRef idx="minor">
            <a:schemeClr val="tx1"/>
          </a:fontRef>
        </p:style>
      </p:cxnSp>
      <p:cxnSp>
        <p:nvCxnSpPr>
          <p:cNvPr id="79" name="Straight Connector 78">
            <a:extLst>
              <a:ext uri="{FF2B5EF4-FFF2-40B4-BE49-F238E27FC236}">
                <a16:creationId xmlns:a16="http://schemas.microsoft.com/office/drawing/2014/main" id="{D0EAC811-153E-BF09-EE35-FE5A15AAB63F}"/>
              </a:ext>
            </a:extLst>
          </p:cNvPr>
          <p:cNvCxnSpPr>
            <a:cxnSpLocks/>
          </p:cNvCxnSpPr>
          <p:nvPr/>
        </p:nvCxnSpPr>
        <p:spPr>
          <a:xfrm>
            <a:off x="1979784" y="4665871"/>
            <a:ext cx="670797" cy="0"/>
          </a:xfrm>
          <a:prstGeom prst="line">
            <a:avLst/>
          </a:prstGeom>
        </p:spPr>
        <p:style>
          <a:lnRef idx="3">
            <a:schemeClr val="dk1"/>
          </a:lnRef>
          <a:fillRef idx="0">
            <a:schemeClr val="dk1"/>
          </a:fillRef>
          <a:effectRef idx="2">
            <a:schemeClr val="dk1"/>
          </a:effectRef>
          <a:fontRef idx="minor">
            <a:schemeClr val="tx1"/>
          </a:fontRef>
        </p:style>
      </p:cxnSp>
      <p:cxnSp>
        <p:nvCxnSpPr>
          <p:cNvPr id="82" name="Straight Connector 81">
            <a:extLst>
              <a:ext uri="{FF2B5EF4-FFF2-40B4-BE49-F238E27FC236}">
                <a16:creationId xmlns:a16="http://schemas.microsoft.com/office/drawing/2014/main" id="{E2B96663-B82C-97AB-F7C0-4D95AFCE32FE}"/>
              </a:ext>
            </a:extLst>
          </p:cNvPr>
          <p:cNvCxnSpPr>
            <a:cxnSpLocks/>
          </p:cNvCxnSpPr>
          <p:nvPr/>
        </p:nvCxnSpPr>
        <p:spPr>
          <a:xfrm flipV="1">
            <a:off x="2119843" y="5006247"/>
            <a:ext cx="187196" cy="224409"/>
          </a:xfrm>
          <a:prstGeom prst="line">
            <a:avLst/>
          </a:prstGeom>
        </p:spPr>
        <p:style>
          <a:lnRef idx="3">
            <a:schemeClr val="dk1"/>
          </a:lnRef>
          <a:fillRef idx="0">
            <a:schemeClr val="dk1"/>
          </a:fillRef>
          <a:effectRef idx="2">
            <a:schemeClr val="dk1"/>
          </a:effectRef>
          <a:fontRef idx="minor">
            <a:schemeClr val="tx1"/>
          </a:fontRef>
        </p:style>
      </p:cxnSp>
      <p:cxnSp>
        <p:nvCxnSpPr>
          <p:cNvPr id="84" name="Straight Connector 83">
            <a:extLst>
              <a:ext uri="{FF2B5EF4-FFF2-40B4-BE49-F238E27FC236}">
                <a16:creationId xmlns:a16="http://schemas.microsoft.com/office/drawing/2014/main" id="{B8ADE0ED-07FC-68AA-BC8F-0B3197E82DB8}"/>
              </a:ext>
            </a:extLst>
          </p:cNvPr>
          <p:cNvCxnSpPr>
            <a:cxnSpLocks/>
          </p:cNvCxnSpPr>
          <p:nvPr/>
        </p:nvCxnSpPr>
        <p:spPr>
          <a:xfrm flipH="1" flipV="1">
            <a:off x="2311159" y="4995604"/>
            <a:ext cx="155300" cy="236965"/>
          </a:xfrm>
          <a:prstGeom prst="line">
            <a:avLst/>
          </a:prstGeom>
        </p:spPr>
        <p:style>
          <a:lnRef idx="3">
            <a:schemeClr val="dk1"/>
          </a:lnRef>
          <a:fillRef idx="0">
            <a:schemeClr val="dk1"/>
          </a:fillRef>
          <a:effectRef idx="2">
            <a:schemeClr val="dk1"/>
          </a:effectRef>
          <a:fontRef idx="minor">
            <a:schemeClr val="tx1"/>
          </a:fontRef>
        </p:style>
      </p:cxnSp>
      <p:sp>
        <p:nvSpPr>
          <p:cNvPr id="86" name="Oval 85">
            <a:extLst>
              <a:ext uri="{FF2B5EF4-FFF2-40B4-BE49-F238E27FC236}">
                <a16:creationId xmlns:a16="http://schemas.microsoft.com/office/drawing/2014/main" id="{719C4F30-539A-931B-EF9C-6BCE15D1F799}"/>
              </a:ext>
            </a:extLst>
          </p:cNvPr>
          <p:cNvSpPr/>
          <p:nvPr/>
        </p:nvSpPr>
        <p:spPr>
          <a:xfrm>
            <a:off x="2112980" y="2232653"/>
            <a:ext cx="357907" cy="360132"/>
          </a:xfrm>
          <a:prstGeom prst="ellipse">
            <a:avLst/>
          </a:prstGeom>
          <a:no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8" name="Straight Connector 87">
            <a:extLst>
              <a:ext uri="{FF2B5EF4-FFF2-40B4-BE49-F238E27FC236}">
                <a16:creationId xmlns:a16="http://schemas.microsoft.com/office/drawing/2014/main" id="{2418DB16-88B5-F2A5-AAD1-BF57453EDB0F}"/>
              </a:ext>
            </a:extLst>
          </p:cNvPr>
          <p:cNvCxnSpPr>
            <a:stCxn id="86" idx="4"/>
          </p:cNvCxnSpPr>
          <p:nvPr/>
        </p:nvCxnSpPr>
        <p:spPr>
          <a:xfrm flipH="1">
            <a:off x="2291933" y="2592785"/>
            <a:ext cx="1" cy="591139"/>
          </a:xfrm>
          <a:prstGeom prst="line">
            <a:avLst/>
          </a:prstGeom>
        </p:spPr>
        <p:style>
          <a:lnRef idx="3">
            <a:schemeClr val="dk1"/>
          </a:lnRef>
          <a:fillRef idx="0">
            <a:schemeClr val="dk1"/>
          </a:fillRef>
          <a:effectRef idx="2">
            <a:schemeClr val="dk1"/>
          </a:effectRef>
          <a:fontRef idx="minor">
            <a:schemeClr val="tx1"/>
          </a:fontRef>
        </p:style>
      </p:cxnSp>
      <p:cxnSp>
        <p:nvCxnSpPr>
          <p:cNvPr id="100" name="Straight Connector 99">
            <a:extLst>
              <a:ext uri="{FF2B5EF4-FFF2-40B4-BE49-F238E27FC236}">
                <a16:creationId xmlns:a16="http://schemas.microsoft.com/office/drawing/2014/main" id="{65BC907A-81E8-91A5-77C3-FA8E090482A7}"/>
              </a:ext>
            </a:extLst>
          </p:cNvPr>
          <p:cNvCxnSpPr>
            <a:cxnSpLocks/>
          </p:cNvCxnSpPr>
          <p:nvPr/>
        </p:nvCxnSpPr>
        <p:spPr>
          <a:xfrm>
            <a:off x="1960558" y="2843548"/>
            <a:ext cx="670797" cy="0"/>
          </a:xfrm>
          <a:prstGeom prst="line">
            <a:avLst/>
          </a:prstGeom>
        </p:spPr>
        <p:style>
          <a:lnRef idx="3">
            <a:schemeClr val="dk1"/>
          </a:lnRef>
          <a:fillRef idx="0">
            <a:schemeClr val="dk1"/>
          </a:fillRef>
          <a:effectRef idx="2">
            <a:schemeClr val="dk1"/>
          </a:effectRef>
          <a:fontRef idx="minor">
            <a:schemeClr val="tx1"/>
          </a:fontRef>
        </p:style>
      </p:cxnSp>
      <p:cxnSp>
        <p:nvCxnSpPr>
          <p:cNvPr id="101" name="Straight Connector 100">
            <a:extLst>
              <a:ext uri="{FF2B5EF4-FFF2-40B4-BE49-F238E27FC236}">
                <a16:creationId xmlns:a16="http://schemas.microsoft.com/office/drawing/2014/main" id="{5919BFA3-2CA1-A3D8-06C4-349558F41460}"/>
              </a:ext>
            </a:extLst>
          </p:cNvPr>
          <p:cNvCxnSpPr>
            <a:cxnSpLocks/>
          </p:cNvCxnSpPr>
          <p:nvPr/>
        </p:nvCxnSpPr>
        <p:spPr>
          <a:xfrm flipV="1">
            <a:off x="2100617" y="3183924"/>
            <a:ext cx="187196" cy="224409"/>
          </a:xfrm>
          <a:prstGeom prst="line">
            <a:avLst/>
          </a:prstGeom>
        </p:spPr>
        <p:style>
          <a:lnRef idx="3">
            <a:schemeClr val="dk1"/>
          </a:lnRef>
          <a:fillRef idx="0">
            <a:schemeClr val="dk1"/>
          </a:fillRef>
          <a:effectRef idx="2">
            <a:schemeClr val="dk1"/>
          </a:effectRef>
          <a:fontRef idx="minor">
            <a:schemeClr val="tx1"/>
          </a:fontRef>
        </p:style>
      </p:cxnSp>
      <p:cxnSp>
        <p:nvCxnSpPr>
          <p:cNvPr id="103" name="Straight Connector 102">
            <a:extLst>
              <a:ext uri="{FF2B5EF4-FFF2-40B4-BE49-F238E27FC236}">
                <a16:creationId xmlns:a16="http://schemas.microsoft.com/office/drawing/2014/main" id="{0D6D3886-6679-735E-8CBE-30559F51C952}"/>
              </a:ext>
            </a:extLst>
          </p:cNvPr>
          <p:cNvCxnSpPr>
            <a:cxnSpLocks/>
          </p:cNvCxnSpPr>
          <p:nvPr/>
        </p:nvCxnSpPr>
        <p:spPr>
          <a:xfrm flipH="1" flipV="1">
            <a:off x="2291933" y="3173281"/>
            <a:ext cx="155300" cy="236965"/>
          </a:xfrm>
          <a:prstGeom prst="line">
            <a:avLst/>
          </a:prstGeom>
        </p:spPr>
        <p:style>
          <a:lnRef idx="3">
            <a:schemeClr val="dk1"/>
          </a:lnRef>
          <a:fillRef idx="0">
            <a:schemeClr val="dk1"/>
          </a:fillRef>
          <a:effectRef idx="2">
            <a:schemeClr val="dk1"/>
          </a:effectRef>
          <a:fontRef idx="minor">
            <a:schemeClr val="tx1"/>
          </a:fontRef>
        </p:style>
      </p:cxnSp>
      <p:cxnSp>
        <p:nvCxnSpPr>
          <p:cNvPr id="104" name="Straight Connector 103">
            <a:extLst>
              <a:ext uri="{FF2B5EF4-FFF2-40B4-BE49-F238E27FC236}">
                <a16:creationId xmlns:a16="http://schemas.microsoft.com/office/drawing/2014/main" id="{713C2997-7F44-07B6-3363-8863462F3F3E}"/>
              </a:ext>
            </a:extLst>
          </p:cNvPr>
          <p:cNvCxnSpPr>
            <a:cxnSpLocks/>
            <a:endCxn id="65" idx="2"/>
          </p:cNvCxnSpPr>
          <p:nvPr/>
        </p:nvCxnSpPr>
        <p:spPr>
          <a:xfrm flipV="1">
            <a:off x="2725714" y="1404225"/>
            <a:ext cx="2496790" cy="1428409"/>
          </a:xfrm>
          <a:prstGeom prst="line">
            <a:avLst/>
          </a:prstGeom>
        </p:spPr>
        <p:style>
          <a:lnRef idx="3">
            <a:schemeClr val="dk1"/>
          </a:lnRef>
          <a:fillRef idx="0">
            <a:schemeClr val="dk1"/>
          </a:fillRef>
          <a:effectRef idx="2">
            <a:schemeClr val="dk1"/>
          </a:effectRef>
          <a:fontRef idx="minor">
            <a:schemeClr val="tx1"/>
          </a:fontRef>
        </p:style>
      </p:cxnSp>
      <p:cxnSp>
        <p:nvCxnSpPr>
          <p:cNvPr id="105" name="Straight Connector 104">
            <a:extLst>
              <a:ext uri="{FF2B5EF4-FFF2-40B4-BE49-F238E27FC236}">
                <a16:creationId xmlns:a16="http://schemas.microsoft.com/office/drawing/2014/main" id="{CB5A3C1F-F7AB-2D3B-C3C8-2A07C777FA4D}"/>
              </a:ext>
            </a:extLst>
          </p:cNvPr>
          <p:cNvCxnSpPr>
            <a:cxnSpLocks/>
            <a:endCxn id="112" idx="2"/>
          </p:cNvCxnSpPr>
          <p:nvPr/>
        </p:nvCxnSpPr>
        <p:spPr>
          <a:xfrm>
            <a:off x="2725716" y="2832634"/>
            <a:ext cx="2500752" cy="3129578"/>
          </a:xfrm>
          <a:prstGeom prst="line">
            <a:avLst/>
          </a:prstGeom>
        </p:spPr>
        <p:style>
          <a:lnRef idx="3">
            <a:schemeClr val="dk1"/>
          </a:lnRef>
          <a:fillRef idx="0">
            <a:schemeClr val="dk1"/>
          </a:fillRef>
          <a:effectRef idx="2">
            <a:schemeClr val="dk1"/>
          </a:effectRef>
          <a:fontRef idx="minor">
            <a:schemeClr val="tx1"/>
          </a:fontRef>
        </p:style>
      </p:cxnSp>
      <p:cxnSp>
        <p:nvCxnSpPr>
          <p:cNvPr id="106" name="Straight Connector 105">
            <a:extLst>
              <a:ext uri="{FF2B5EF4-FFF2-40B4-BE49-F238E27FC236}">
                <a16:creationId xmlns:a16="http://schemas.microsoft.com/office/drawing/2014/main" id="{28707563-2718-E522-9A29-F275F9E73A85}"/>
              </a:ext>
            </a:extLst>
          </p:cNvPr>
          <p:cNvCxnSpPr>
            <a:cxnSpLocks/>
            <a:endCxn id="70" idx="2"/>
          </p:cNvCxnSpPr>
          <p:nvPr/>
        </p:nvCxnSpPr>
        <p:spPr>
          <a:xfrm flipV="1">
            <a:off x="2725715" y="2054299"/>
            <a:ext cx="2483421" cy="2515973"/>
          </a:xfrm>
          <a:prstGeom prst="line">
            <a:avLst/>
          </a:prstGeom>
        </p:spPr>
        <p:style>
          <a:lnRef idx="3">
            <a:schemeClr val="dk1"/>
          </a:lnRef>
          <a:fillRef idx="0">
            <a:schemeClr val="dk1"/>
          </a:fillRef>
          <a:effectRef idx="2">
            <a:schemeClr val="dk1"/>
          </a:effectRef>
          <a:fontRef idx="minor">
            <a:schemeClr val="tx1"/>
          </a:fontRef>
        </p:style>
      </p:cxnSp>
      <p:sp>
        <p:nvSpPr>
          <p:cNvPr id="108" name="Oval 107">
            <a:extLst>
              <a:ext uri="{FF2B5EF4-FFF2-40B4-BE49-F238E27FC236}">
                <a16:creationId xmlns:a16="http://schemas.microsoft.com/office/drawing/2014/main" id="{22F4D188-D0D2-4598-E54D-C27522BF3916}"/>
              </a:ext>
            </a:extLst>
          </p:cNvPr>
          <p:cNvSpPr/>
          <p:nvPr/>
        </p:nvSpPr>
        <p:spPr>
          <a:xfrm>
            <a:off x="5207092" y="4338145"/>
            <a:ext cx="1677970" cy="498604"/>
          </a:xfrm>
          <a:prstGeom prst="ellipse">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TextBox 108">
            <a:extLst>
              <a:ext uri="{FF2B5EF4-FFF2-40B4-BE49-F238E27FC236}">
                <a16:creationId xmlns:a16="http://schemas.microsoft.com/office/drawing/2014/main" id="{45915C44-B390-0A15-A9F6-4F183387CB65}"/>
              </a:ext>
            </a:extLst>
          </p:cNvPr>
          <p:cNvSpPr txBox="1"/>
          <p:nvPr/>
        </p:nvSpPr>
        <p:spPr>
          <a:xfrm>
            <a:off x="5250122" y="4413880"/>
            <a:ext cx="1549489"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Text Output</a:t>
            </a:r>
          </a:p>
        </p:txBody>
      </p:sp>
      <p:cxnSp>
        <p:nvCxnSpPr>
          <p:cNvPr id="110" name="Straight Connector 109">
            <a:extLst>
              <a:ext uri="{FF2B5EF4-FFF2-40B4-BE49-F238E27FC236}">
                <a16:creationId xmlns:a16="http://schemas.microsoft.com/office/drawing/2014/main" id="{6FD7250A-E237-46B8-78B3-F636F5E30E56}"/>
              </a:ext>
            </a:extLst>
          </p:cNvPr>
          <p:cNvCxnSpPr>
            <a:cxnSpLocks/>
            <a:endCxn id="108" idx="2"/>
          </p:cNvCxnSpPr>
          <p:nvPr/>
        </p:nvCxnSpPr>
        <p:spPr>
          <a:xfrm>
            <a:off x="2749370" y="2840863"/>
            <a:ext cx="2457722" cy="1746584"/>
          </a:xfrm>
          <a:prstGeom prst="line">
            <a:avLst/>
          </a:prstGeom>
        </p:spPr>
        <p:style>
          <a:lnRef idx="3">
            <a:schemeClr val="dk1"/>
          </a:lnRef>
          <a:fillRef idx="0">
            <a:schemeClr val="dk1"/>
          </a:fillRef>
          <a:effectRef idx="2">
            <a:schemeClr val="dk1"/>
          </a:effectRef>
          <a:fontRef idx="minor">
            <a:schemeClr val="tx1"/>
          </a:fontRef>
        </p:style>
      </p:cxnSp>
      <p:sp>
        <p:nvSpPr>
          <p:cNvPr id="111" name="TextBox 110">
            <a:extLst>
              <a:ext uri="{FF2B5EF4-FFF2-40B4-BE49-F238E27FC236}">
                <a16:creationId xmlns:a16="http://schemas.microsoft.com/office/drawing/2014/main" id="{9BA9949D-B7E4-DB1B-64A2-4885E3C7B097}"/>
              </a:ext>
            </a:extLst>
          </p:cNvPr>
          <p:cNvSpPr txBox="1"/>
          <p:nvPr/>
        </p:nvSpPr>
        <p:spPr>
          <a:xfrm>
            <a:off x="5233401" y="5661901"/>
            <a:ext cx="1739742"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Listen to the Audio</a:t>
            </a:r>
          </a:p>
        </p:txBody>
      </p:sp>
      <p:sp>
        <p:nvSpPr>
          <p:cNvPr id="112" name="Oval 111">
            <a:extLst>
              <a:ext uri="{FF2B5EF4-FFF2-40B4-BE49-F238E27FC236}">
                <a16:creationId xmlns:a16="http://schemas.microsoft.com/office/drawing/2014/main" id="{FA92E98E-E6A9-8464-A541-2D8F8D028A61}"/>
              </a:ext>
            </a:extLst>
          </p:cNvPr>
          <p:cNvSpPr/>
          <p:nvPr/>
        </p:nvSpPr>
        <p:spPr>
          <a:xfrm>
            <a:off x="5226468" y="5636825"/>
            <a:ext cx="1746675" cy="650774"/>
          </a:xfrm>
          <a:prstGeom prst="ellipse">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2" name="Straight Connector 121">
            <a:extLst>
              <a:ext uri="{FF2B5EF4-FFF2-40B4-BE49-F238E27FC236}">
                <a16:creationId xmlns:a16="http://schemas.microsoft.com/office/drawing/2014/main" id="{431CC254-0E1A-AD40-92D6-8626EF2FFC14}"/>
              </a:ext>
            </a:extLst>
          </p:cNvPr>
          <p:cNvCxnSpPr>
            <a:cxnSpLocks/>
            <a:endCxn id="11" idx="2"/>
          </p:cNvCxnSpPr>
          <p:nvPr/>
        </p:nvCxnSpPr>
        <p:spPr>
          <a:xfrm flipV="1">
            <a:off x="2744093" y="2729083"/>
            <a:ext cx="2461079" cy="99179"/>
          </a:xfrm>
          <a:prstGeom prst="line">
            <a:avLst/>
          </a:prstGeom>
        </p:spPr>
        <p:style>
          <a:lnRef idx="3">
            <a:schemeClr val="dk1"/>
          </a:lnRef>
          <a:fillRef idx="0">
            <a:schemeClr val="dk1"/>
          </a:fillRef>
          <a:effectRef idx="2">
            <a:schemeClr val="dk1"/>
          </a:effectRef>
          <a:fontRef idx="minor">
            <a:schemeClr val="tx1"/>
          </a:fontRef>
        </p:style>
      </p:cxnSp>
      <p:cxnSp>
        <p:nvCxnSpPr>
          <p:cNvPr id="136" name="Straight Connector 135">
            <a:extLst>
              <a:ext uri="{FF2B5EF4-FFF2-40B4-BE49-F238E27FC236}">
                <a16:creationId xmlns:a16="http://schemas.microsoft.com/office/drawing/2014/main" id="{8CFAEAB7-DA8C-6D63-0941-F7C33F188DA3}"/>
              </a:ext>
            </a:extLst>
          </p:cNvPr>
          <p:cNvCxnSpPr>
            <a:cxnSpLocks/>
            <a:stCxn id="70" idx="6"/>
          </p:cNvCxnSpPr>
          <p:nvPr/>
        </p:nvCxnSpPr>
        <p:spPr>
          <a:xfrm>
            <a:off x="6887107" y="2054299"/>
            <a:ext cx="2432658" cy="621951"/>
          </a:xfrm>
          <a:prstGeom prst="line">
            <a:avLst/>
          </a:prstGeom>
        </p:spPr>
        <p:style>
          <a:lnRef idx="3">
            <a:schemeClr val="dk1"/>
          </a:lnRef>
          <a:fillRef idx="0">
            <a:schemeClr val="dk1"/>
          </a:fillRef>
          <a:effectRef idx="2">
            <a:schemeClr val="dk1"/>
          </a:effectRef>
          <a:fontRef idx="minor">
            <a:schemeClr val="tx1"/>
          </a:fontRef>
        </p:style>
      </p:cxnSp>
      <p:sp>
        <p:nvSpPr>
          <p:cNvPr id="143" name="Oval 142">
            <a:extLst>
              <a:ext uri="{FF2B5EF4-FFF2-40B4-BE49-F238E27FC236}">
                <a16:creationId xmlns:a16="http://schemas.microsoft.com/office/drawing/2014/main" id="{1F3B3DA5-93BF-D43E-4EFC-1374C6885A7E}"/>
              </a:ext>
            </a:extLst>
          </p:cNvPr>
          <p:cNvSpPr/>
          <p:nvPr/>
        </p:nvSpPr>
        <p:spPr>
          <a:xfrm>
            <a:off x="5226468" y="3066575"/>
            <a:ext cx="1677971" cy="582413"/>
          </a:xfrm>
          <a:prstGeom prst="ellipse">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2" name="TextBox 151">
            <a:extLst>
              <a:ext uri="{FF2B5EF4-FFF2-40B4-BE49-F238E27FC236}">
                <a16:creationId xmlns:a16="http://schemas.microsoft.com/office/drawing/2014/main" id="{C09D158E-222B-45FF-9D81-1CAD4DCB8ABF}"/>
              </a:ext>
            </a:extLst>
          </p:cNvPr>
          <p:cNvSpPr txBox="1"/>
          <p:nvPr/>
        </p:nvSpPr>
        <p:spPr>
          <a:xfrm>
            <a:off x="9767903" y="2418516"/>
            <a:ext cx="1717353"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Google Translate API</a:t>
            </a:r>
          </a:p>
        </p:txBody>
      </p:sp>
      <p:sp>
        <p:nvSpPr>
          <p:cNvPr id="153" name="TextBox 152">
            <a:extLst>
              <a:ext uri="{FF2B5EF4-FFF2-40B4-BE49-F238E27FC236}">
                <a16:creationId xmlns:a16="http://schemas.microsoft.com/office/drawing/2014/main" id="{54DF6A1D-0D87-26CE-E0FC-0689E9A1373D}"/>
              </a:ext>
            </a:extLst>
          </p:cNvPr>
          <p:cNvSpPr txBox="1"/>
          <p:nvPr/>
        </p:nvSpPr>
        <p:spPr>
          <a:xfrm>
            <a:off x="9918424" y="4311459"/>
            <a:ext cx="1717353"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Google Text-to-Speech API</a:t>
            </a:r>
          </a:p>
        </p:txBody>
      </p:sp>
      <p:sp>
        <p:nvSpPr>
          <p:cNvPr id="154" name="Oval 153">
            <a:extLst>
              <a:ext uri="{FF2B5EF4-FFF2-40B4-BE49-F238E27FC236}">
                <a16:creationId xmlns:a16="http://schemas.microsoft.com/office/drawing/2014/main" id="{007A18C5-18B5-2577-F78D-A34BBF6AE6BF}"/>
              </a:ext>
            </a:extLst>
          </p:cNvPr>
          <p:cNvSpPr/>
          <p:nvPr/>
        </p:nvSpPr>
        <p:spPr>
          <a:xfrm>
            <a:off x="9573050" y="2067916"/>
            <a:ext cx="357907" cy="360132"/>
          </a:xfrm>
          <a:prstGeom prst="ellipse">
            <a:avLst/>
          </a:prstGeom>
          <a:no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5" name="Straight Connector 154">
            <a:extLst>
              <a:ext uri="{FF2B5EF4-FFF2-40B4-BE49-F238E27FC236}">
                <a16:creationId xmlns:a16="http://schemas.microsoft.com/office/drawing/2014/main" id="{4E5B67BF-524E-3CEB-2754-12DB81C23880}"/>
              </a:ext>
            </a:extLst>
          </p:cNvPr>
          <p:cNvCxnSpPr>
            <a:stCxn id="154" idx="4"/>
          </p:cNvCxnSpPr>
          <p:nvPr/>
        </p:nvCxnSpPr>
        <p:spPr>
          <a:xfrm flipH="1">
            <a:off x="9752003" y="2428048"/>
            <a:ext cx="1" cy="591139"/>
          </a:xfrm>
          <a:prstGeom prst="line">
            <a:avLst/>
          </a:prstGeom>
        </p:spPr>
        <p:style>
          <a:lnRef idx="3">
            <a:schemeClr val="dk1"/>
          </a:lnRef>
          <a:fillRef idx="0">
            <a:schemeClr val="dk1"/>
          </a:fillRef>
          <a:effectRef idx="2">
            <a:schemeClr val="dk1"/>
          </a:effectRef>
          <a:fontRef idx="minor">
            <a:schemeClr val="tx1"/>
          </a:fontRef>
        </p:style>
      </p:cxnSp>
      <p:cxnSp>
        <p:nvCxnSpPr>
          <p:cNvPr id="156" name="Straight Connector 155">
            <a:extLst>
              <a:ext uri="{FF2B5EF4-FFF2-40B4-BE49-F238E27FC236}">
                <a16:creationId xmlns:a16="http://schemas.microsoft.com/office/drawing/2014/main" id="{F62E0227-0CE4-D620-8BAF-ECDD0888BCCF}"/>
              </a:ext>
            </a:extLst>
          </p:cNvPr>
          <p:cNvCxnSpPr>
            <a:cxnSpLocks/>
          </p:cNvCxnSpPr>
          <p:nvPr/>
        </p:nvCxnSpPr>
        <p:spPr>
          <a:xfrm>
            <a:off x="9420628" y="2678811"/>
            <a:ext cx="670797" cy="0"/>
          </a:xfrm>
          <a:prstGeom prst="line">
            <a:avLst/>
          </a:prstGeom>
        </p:spPr>
        <p:style>
          <a:lnRef idx="3">
            <a:schemeClr val="dk1"/>
          </a:lnRef>
          <a:fillRef idx="0">
            <a:schemeClr val="dk1"/>
          </a:fillRef>
          <a:effectRef idx="2">
            <a:schemeClr val="dk1"/>
          </a:effectRef>
          <a:fontRef idx="minor">
            <a:schemeClr val="tx1"/>
          </a:fontRef>
        </p:style>
      </p:cxnSp>
      <p:cxnSp>
        <p:nvCxnSpPr>
          <p:cNvPr id="157" name="Straight Connector 156">
            <a:extLst>
              <a:ext uri="{FF2B5EF4-FFF2-40B4-BE49-F238E27FC236}">
                <a16:creationId xmlns:a16="http://schemas.microsoft.com/office/drawing/2014/main" id="{195510E2-07BA-AFEA-22A7-2DDF4E62816D}"/>
              </a:ext>
            </a:extLst>
          </p:cNvPr>
          <p:cNvCxnSpPr>
            <a:cxnSpLocks/>
          </p:cNvCxnSpPr>
          <p:nvPr/>
        </p:nvCxnSpPr>
        <p:spPr>
          <a:xfrm flipV="1">
            <a:off x="9560687" y="3019187"/>
            <a:ext cx="187196" cy="224409"/>
          </a:xfrm>
          <a:prstGeom prst="line">
            <a:avLst/>
          </a:prstGeom>
        </p:spPr>
        <p:style>
          <a:lnRef idx="3">
            <a:schemeClr val="dk1"/>
          </a:lnRef>
          <a:fillRef idx="0">
            <a:schemeClr val="dk1"/>
          </a:fillRef>
          <a:effectRef idx="2">
            <a:schemeClr val="dk1"/>
          </a:effectRef>
          <a:fontRef idx="minor">
            <a:schemeClr val="tx1"/>
          </a:fontRef>
        </p:style>
      </p:cxnSp>
      <p:cxnSp>
        <p:nvCxnSpPr>
          <p:cNvPr id="158" name="Straight Connector 157">
            <a:extLst>
              <a:ext uri="{FF2B5EF4-FFF2-40B4-BE49-F238E27FC236}">
                <a16:creationId xmlns:a16="http://schemas.microsoft.com/office/drawing/2014/main" id="{6AE38041-8941-8A62-86BA-5CDC1C147256}"/>
              </a:ext>
            </a:extLst>
          </p:cNvPr>
          <p:cNvCxnSpPr>
            <a:cxnSpLocks/>
          </p:cNvCxnSpPr>
          <p:nvPr/>
        </p:nvCxnSpPr>
        <p:spPr>
          <a:xfrm flipH="1" flipV="1">
            <a:off x="9752003" y="3008544"/>
            <a:ext cx="155300" cy="236965"/>
          </a:xfrm>
          <a:prstGeom prst="line">
            <a:avLst/>
          </a:prstGeom>
        </p:spPr>
        <p:style>
          <a:lnRef idx="3">
            <a:schemeClr val="dk1"/>
          </a:lnRef>
          <a:fillRef idx="0">
            <a:schemeClr val="dk1"/>
          </a:fillRef>
          <a:effectRef idx="2">
            <a:schemeClr val="dk1"/>
          </a:effectRef>
          <a:fontRef idx="minor">
            <a:schemeClr val="tx1"/>
          </a:fontRef>
        </p:style>
      </p:cxnSp>
      <p:sp>
        <p:nvSpPr>
          <p:cNvPr id="159" name="Oval 158">
            <a:extLst>
              <a:ext uri="{FF2B5EF4-FFF2-40B4-BE49-F238E27FC236}">
                <a16:creationId xmlns:a16="http://schemas.microsoft.com/office/drawing/2014/main" id="{D7BEACD1-A2F8-8558-2C17-C9CE246078D4}"/>
              </a:ext>
            </a:extLst>
          </p:cNvPr>
          <p:cNvSpPr/>
          <p:nvPr/>
        </p:nvSpPr>
        <p:spPr>
          <a:xfrm>
            <a:off x="9584171" y="4067928"/>
            <a:ext cx="357907" cy="360132"/>
          </a:xfrm>
          <a:prstGeom prst="ellipse">
            <a:avLst/>
          </a:prstGeom>
          <a:no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0" name="Straight Connector 159">
            <a:extLst>
              <a:ext uri="{FF2B5EF4-FFF2-40B4-BE49-F238E27FC236}">
                <a16:creationId xmlns:a16="http://schemas.microsoft.com/office/drawing/2014/main" id="{21F0A417-B525-F72D-FAB2-34E11C9715E9}"/>
              </a:ext>
            </a:extLst>
          </p:cNvPr>
          <p:cNvCxnSpPr>
            <a:stCxn id="159" idx="4"/>
          </p:cNvCxnSpPr>
          <p:nvPr/>
        </p:nvCxnSpPr>
        <p:spPr>
          <a:xfrm flipH="1">
            <a:off x="9763124" y="4428060"/>
            <a:ext cx="1" cy="591139"/>
          </a:xfrm>
          <a:prstGeom prst="line">
            <a:avLst/>
          </a:prstGeom>
        </p:spPr>
        <p:style>
          <a:lnRef idx="3">
            <a:schemeClr val="dk1"/>
          </a:lnRef>
          <a:fillRef idx="0">
            <a:schemeClr val="dk1"/>
          </a:fillRef>
          <a:effectRef idx="2">
            <a:schemeClr val="dk1"/>
          </a:effectRef>
          <a:fontRef idx="minor">
            <a:schemeClr val="tx1"/>
          </a:fontRef>
        </p:style>
      </p:cxnSp>
      <p:cxnSp>
        <p:nvCxnSpPr>
          <p:cNvPr id="161" name="Straight Connector 160">
            <a:extLst>
              <a:ext uri="{FF2B5EF4-FFF2-40B4-BE49-F238E27FC236}">
                <a16:creationId xmlns:a16="http://schemas.microsoft.com/office/drawing/2014/main" id="{F0179CB5-C0B3-E663-476C-8C2BF08ADE60}"/>
              </a:ext>
            </a:extLst>
          </p:cNvPr>
          <p:cNvCxnSpPr>
            <a:cxnSpLocks/>
          </p:cNvCxnSpPr>
          <p:nvPr/>
        </p:nvCxnSpPr>
        <p:spPr>
          <a:xfrm>
            <a:off x="9431749" y="4678823"/>
            <a:ext cx="670797" cy="0"/>
          </a:xfrm>
          <a:prstGeom prst="line">
            <a:avLst/>
          </a:prstGeom>
        </p:spPr>
        <p:style>
          <a:lnRef idx="3">
            <a:schemeClr val="dk1"/>
          </a:lnRef>
          <a:fillRef idx="0">
            <a:schemeClr val="dk1"/>
          </a:fillRef>
          <a:effectRef idx="2">
            <a:schemeClr val="dk1"/>
          </a:effectRef>
          <a:fontRef idx="minor">
            <a:schemeClr val="tx1"/>
          </a:fontRef>
        </p:style>
      </p:cxnSp>
      <p:cxnSp>
        <p:nvCxnSpPr>
          <p:cNvPr id="162" name="Straight Connector 161">
            <a:extLst>
              <a:ext uri="{FF2B5EF4-FFF2-40B4-BE49-F238E27FC236}">
                <a16:creationId xmlns:a16="http://schemas.microsoft.com/office/drawing/2014/main" id="{6CB29304-E875-5285-71E2-DDE5FC4D5111}"/>
              </a:ext>
            </a:extLst>
          </p:cNvPr>
          <p:cNvCxnSpPr>
            <a:cxnSpLocks/>
          </p:cNvCxnSpPr>
          <p:nvPr/>
        </p:nvCxnSpPr>
        <p:spPr>
          <a:xfrm flipV="1">
            <a:off x="9571808" y="5019199"/>
            <a:ext cx="187196" cy="224409"/>
          </a:xfrm>
          <a:prstGeom prst="line">
            <a:avLst/>
          </a:prstGeom>
        </p:spPr>
        <p:style>
          <a:lnRef idx="3">
            <a:schemeClr val="dk1"/>
          </a:lnRef>
          <a:fillRef idx="0">
            <a:schemeClr val="dk1"/>
          </a:fillRef>
          <a:effectRef idx="2">
            <a:schemeClr val="dk1"/>
          </a:effectRef>
          <a:fontRef idx="minor">
            <a:schemeClr val="tx1"/>
          </a:fontRef>
        </p:style>
      </p:cxnSp>
      <p:cxnSp>
        <p:nvCxnSpPr>
          <p:cNvPr id="163" name="Straight Connector 162">
            <a:extLst>
              <a:ext uri="{FF2B5EF4-FFF2-40B4-BE49-F238E27FC236}">
                <a16:creationId xmlns:a16="http://schemas.microsoft.com/office/drawing/2014/main" id="{0E36E4C9-31F3-C144-B3F0-EC62AC414F21}"/>
              </a:ext>
            </a:extLst>
          </p:cNvPr>
          <p:cNvCxnSpPr>
            <a:cxnSpLocks/>
          </p:cNvCxnSpPr>
          <p:nvPr/>
        </p:nvCxnSpPr>
        <p:spPr>
          <a:xfrm flipH="1" flipV="1">
            <a:off x="9763124" y="5008556"/>
            <a:ext cx="155300" cy="236965"/>
          </a:xfrm>
          <a:prstGeom prst="line">
            <a:avLst/>
          </a:prstGeom>
        </p:spPr>
        <p:style>
          <a:lnRef idx="3">
            <a:schemeClr val="dk1"/>
          </a:lnRef>
          <a:fillRef idx="0">
            <a:schemeClr val="dk1"/>
          </a:fillRef>
          <a:effectRef idx="2">
            <a:schemeClr val="dk1"/>
          </a:effectRef>
          <a:fontRef idx="minor">
            <a:schemeClr val="tx1"/>
          </a:fontRef>
        </p:style>
      </p:cxnSp>
      <p:cxnSp>
        <p:nvCxnSpPr>
          <p:cNvPr id="205" name="Straight Connector 204">
            <a:extLst>
              <a:ext uri="{FF2B5EF4-FFF2-40B4-BE49-F238E27FC236}">
                <a16:creationId xmlns:a16="http://schemas.microsoft.com/office/drawing/2014/main" id="{8AAFD21A-E99E-06C4-7850-33767987108F}"/>
              </a:ext>
            </a:extLst>
          </p:cNvPr>
          <p:cNvCxnSpPr>
            <a:cxnSpLocks/>
            <a:stCxn id="143" idx="6"/>
          </p:cNvCxnSpPr>
          <p:nvPr/>
        </p:nvCxnSpPr>
        <p:spPr>
          <a:xfrm flipV="1">
            <a:off x="6904439" y="2676250"/>
            <a:ext cx="2415326" cy="681532"/>
          </a:xfrm>
          <a:prstGeom prst="line">
            <a:avLst/>
          </a:prstGeom>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A8692679-D274-CD58-44EB-4303630322EA}"/>
              </a:ext>
            </a:extLst>
          </p:cNvPr>
          <p:cNvSpPr txBox="1"/>
          <p:nvPr/>
        </p:nvSpPr>
        <p:spPr>
          <a:xfrm>
            <a:off x="1784548" y="3453294"/>
            <a:ext cx="958833"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User</a:t>
            </a:r>
          </a:p>
        </p:txBody>
      </p:sp>
    </p:spTree>
    <p:extLst>
      <p:ext uri="{BB962C8B-B14F-4D97-AF65-F5344CB8AC3E}">
        <p14:creationId xmlns:p14="http://schemas.microsoft.com/office/powerpoint/2010/main" val="582116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065A7-7257-6D58-B73D-ED11A8182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63A615-D9E0-7ACC-2A1B-FE0F015066AD}"/>
              </a:ext>
            </a:extLst>
          </p:cNvPr>
          <p:cNvSpPr>
            <a:spLocks noGrp="1"/>
          </p:cNvSpPr>
          <p:nvPr>
            <p:ph type="ctrTitle"/>
          </p:nvPr>
        </p:nvSpPr>
        <p:spPr>
          <a:xfrm>
            <a:off x="3352800" y="510736"/>
            <a:ext cx="6572250" cy="527489"/>
          </a:xfrm>
        </p:spPr>
        <p:txBody>
          <a:bodyPr>
            <a:normAutofit/>
          </a:bodyPr>
          <a:lstStyle/>
          <a:p>
            <a:r>
              <a:rPr lang="en-US" sz="2400" b="1" dirty="0">
                <a:latin typeface="Times New Roman" panose="02020603050405020304" pitchFamily="18" charset="0"/>
                <a:cs typeface="Times New Roman" panose="02020603050405020304" pitchFamily="18" charset="0"/>
              </a:rPr>
              <a:t>L</a:t>
            </a:r>
            <a:r>
              <a:rPr lang="en-IN" sz="2400" b="1" dirty="0">
                <a:latin typeface="Times New Roman" panose="02020603050405020304" pitchFamily="18" charset="0"/>
                <a:cs typeface="Times New Roman" panose="02020603050405020304" pitchFamily="18" charset="0"/>
              </a:rPr>
              <a:t>IBRARIES USED		</a:t>
            </a:r>
          </a:p>
        </p:txBody>
      </p:sp>
      <p:pic>
        <p:nvPicPr>
          <p:cNvPr id="6" name="Picture 5">
            <a:extLst>
              <a:ext uri="{FF2B5EF4-FFF2-40B4-BE49-F238E27FC236}">
                <a16:creationId xmlns:a16="http://schemas.microsoft.com/office/drawing/2014/main" id="{80DC3453-9BB2-A720-C593-431840932E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8E651572-92F4-9A64-157F-98FC683F158B}"/>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20" name="TextBox 19">
            <a:extLst>
              <a:ext uri="{FF2B5EF4-FFF2-40B4-BE49-F238E27FC236}">
                <a16:creationId xmlns:a16="http://schemas.microsoft.com/office/drawing/2014/main" id="{3959B597-C584-CB56-831B-03966EECBBE1}"/>
              </a:ext>
            </a:extLst>
          </p:cNvPr>
          <p:cNvSpPr txBox="1"/>
          <p:nvPr/>
        </p:nvSpPr>
        <p:spPr>
          <a:xfrm>
            <a:off x="1142918" y="2938650"/>
            <a:ext cx="9906161" cy="2951064"/>
          </a:xfrm>
          <a:prstGeom prst="rect">
            <a:avLst/>
          </a:prstGeom>
          <a:noFill/>
        </p:spPr>
        <p:txBody>
          <a:bodyPr wrap="square" rtlCol="0">
            <a:spAutoFit/>
          </a:bodyPr>
          <a:lstStyle/>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b="1" dirty="0">
                <a:latin typeface="Times New Roman" panose="02020603050405020304" pitchFamily="18" charset="0"/>
                <a:cs typeface="Times New Roman" panose="02020603050405020304" pitchFamily="18" charset="0"/>
              </a:rPr>
              <a:t>Flask: </a:t>
            </a:r>
            <a:r>
              <a:rPr lang="en-US" dirty="0">
                <a:latin typeface="Times New Roman" panose="02020603050405020304" pitchFamily="18" charset="0"/>
                <a:cs typeface="Times New Roman" panose="02020603050405020304" pitchFamily="18" charset="0"/>
              </a:rPr>
              <a:t>A lightweight web framework for building web applications in Python.</a:t>
            </a: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b="1" dirty="0">
                <a:latin typeface="Times New Roman" panose="02020603050405020304" pitchFamily="18" charset="0"/>
                <a:cs typeface="Times New Roman" panose="02020603050405020304" pitchFamily="18" charset="0"/>
              </a:rPr>
              <a:t>cv2 (OpenCV): </a:t>
            </a:r>
            <a:r>
              <a:rPr lang="en-US" dirty="0">
                <a:latin typeface="Times New Roman" panose="02020603050405020304" pitchFamily="18" charset="0"/>
                <a:cs typeface="Times New Roman" panose="02020603050405020304" pitchFamily="18" charset="0"/>
              </a:rPr>
              <a:t>Used for image processing, including checking image clarity and reading images.</a:t>
            </a: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b="1" dirty="0" err="1">
                <a:latin typeface="Times New Roman" panose="02020603050405020304" pitchFamily="18" charset="0"/>
                <a:cs typeface="Times New Roman" panose="02020603050405020304" pitchFamily="18" charset="0"/>
              </a:rPr>
              <a:t>Pytesseract</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Python wrapper for Tesseract OCR, used for extracting text from images.</a:t>
            </a: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b="1" dirty="0" err="1">
                <a:latin typeface="Times New Roman" panose="02020603050405020304" pitchFamily="18" charset="0"/>
                <a:cs typeface="Times New Roman" panose="02020603050405020304" pitchFamily="18" charset="0"/>
              </a:rPr>
              <a:t>Speech_recognition</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allow applications to transcribe audio input into readable and processable text.</a:t>
            </a:r>
            <a:endParaRPr lang="en-US" b="1" dirty="0">
              <a:latin typeface="Times New Roman" panose="02020603050405020304" pitchFamily="18" charset="0"/>
              <a:cs typeface="Times New Roman" panose="02020603050405020304" pitchFamily="18" charset="0"/>
            </a:endParaRP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b="1" dirty="0" err="1">
                <a:latin typeface="Times New Roman" panose="02020603050405020304" pitchFamily="18" charset="0"/>
                <a:cs typeface="Times New Roman" panose="02020603050405020304" pitchFamily="18" charset="0"/>
              </a:rPr>
              <a:t>Googletrans</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translation API used to translate extracted text into the user-selected language.</a:t>
            </a: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b="1" dirty="0" err="1">
                <a:latin typeface="Times New Roman" panose="02020603050405020304" pitchFamily="18" charset="0"/>
                <a:cs typeface="Times New Roman" panose="02020603050405020304" pitchFamily="18" charset="0"/>
              </a:rPr>
              <a:t>gtts</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gTTS</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Google Text-to-Speech API used to convert translated text into speech.</a:t>
            </a: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b="1" dirty="0" err="1">
                <a:latin typeface="Times New Roman" panose="02020603050405020304" pitchFamily="18" charset="0"/>
                <a:cs typeface="Times New Roman" panose="02020603050405020304" pitchFamily="18" charset="0"/>
              </a:rPr>
              <a:t>Os</a:t>
            </a:r>
            <a:r>
              <a:rPr lang="en-IN" b="1" dirty="0">
                <a:latin typeface="Times New Roman" panose="02020603050405020304" pitchFamily="18" charset="0"/>
                <a:cs typeface="Times New Roman" panose="02020603050405020304" pitchFamily="18" charset="0"/>
              </a:rPr>
              <a:t> &amp; Time:</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Handles file names, paths, and directories.</a:t>
            </a:r>
          </a:p>
        </p:txBody>
      </p:sp>
      <p:pic>
        <p:nvPicPr>
          <p:cNvPr id="5" name="Picture 4">
            <a:extLst>
              <a:ext uri="{FF2B5EF4-FFF2-40B4-BE49-F238E27FC236}">
                <a16:creationId xmlns:a16="http://schemas.microsoft.com/office/drawing/2014/main" id="{6A6F0055-262B-525A-2EE7-7E6000F4B5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4563" y="1253043"/>
            <a:ext cx="8232056" cy="1612703"/>
          </a:xfrm>
          <a:prstGeom prst="rect">
            <a:avLst/>
          </a:prstGeom>
          <a:ln>
            <a:solidFill>
              <a:schemeClr val="tx1"/>
            </a:solidFill>
          </a:ln>
        </p:spPr>
      </p:pic>
    </p:spTree>
    <p:extLst>
      <p:ext uri="{BB962C8B-B14F-4D97-AF65-F5344CB8AC3E}">
        <p14:creationId xmlns:p14="http://schemas.microsoft.com/office/powerpoint/2010/main" val="160377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D4FC4-685A-2B7C-713D-8CCA3B17C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DD708-5240-74FC-9BEC-1163E90EF09E}"/>
              </a:ext>
            </a:extLst>
          </p:cNvPr>
          <p:cNvSpPr>
            <a:spLocks noGrp="1"/>
          </p:cNvSpPr>
          <p:nvPr>
            <p:ph type="ctrTitle"/>
          </p:nvPr>
        </p:nvSpPr>
        <p:spPr>
          <a:xfrm>
            <a:off x="3705225" y="510736"/>
            <a:ext cx="6572250" cy="527489"/>
          </a:xfrm>
        </p:spPr>
        <p:txBody>
          <a:bodyPr>
            <a:normAutofit/>
          </a:bodyPr>
          <a:lstStyle/>
          <a:p>
            <a:r>
              <a:rPr lang="en-US" sz="2400" b="1" dirty="0">
                <a:latin typeface="Times New Roman" panose="02020603050405020304" pitchFamily="18" charset="0"/>
                <a:cs typeface="Times New Roman" panose="02020603050405020304" pitchFamily="18" charset="0"/>
              </a:rPr>
              <a:t>IMPLEMENTATION</a:t>
            </a:r>
            <a:r>
              <a:rPr lang="en-IN" sz="2400" b="1"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898B8813-3481-3B38-7EE8-15FC3224F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F80396A9-E34D-FDB8-9EA6-DD7373EED81A}"/>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11" name="TextBox 10">
            <a:extLst>
              <a:ext uri="{FF2B5EF4-FFF2-40B4-BE49-F238E27FC236}">
                <a16:creationId xmlns:a16="http://schemas.microsoft.com/office/drawing/2014/main" id="{84607F0F-4964-744B-9C31-73C18FC27736}"/>
              </a:ext>
            </a:extLst>
          </p:cNvPr>
          <p:cNvSpPr txBox="1"/>
          <p:nvPr/>
        </p:nvSpPr>
        <p:spPr>
          <a:xfrm>
            <a:off x="537327" y="1675856"/>
            <a:ext cx="5910607" cy="4289892"/>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1. Initialize Flask App and Setup Directories: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Creates a Flask application instance.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Defines directories to store uploaded images and generated audio files.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os.makedirs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exist_ok</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=True): Ensures the directories exist; if not, they are created.</a:t>
            </a:r>
            <a:endParaRPr lang="en-IN" b="1" dirty="0">
              <a:latin typeface="Times New Roman" panose="02020603050405020304" pitchFamily="18" charset="0"/>
              <a:cs typeface="Times New Roman" panose="02020603050405020304" pitchFamily="18" charset="0"/>
            </a:endParaRPr>
          </a:p>
          <a:p>
            <a:pPr algn="just">
              <a:lnSpc>
                <a:spcPct val="150000"/>
              </a:lnSpc>
            </a:pPr>
            <a:r>
              <a:rPr lang="en-IN" sz="2000" b="1" dirty="0">
                <a:latin typeface="Times New Roman" panose="02020603050405020304" pitchFamily="18" charset="0"/>
                <a:cs typeface="Times New Roman" panose="02020603050405020304" pitchFamily="18" charset="0"/>
              </a:rPr>
              <a:t>2. Define Supported OCR Languages: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Defines a dictionary mapping language codes (used in translation) to their corresponding Tesseract OCR models.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in extracting text from different regional languages.</a:t>
            </a:r>
          </a:p>
        </p:txBody>
      </p:sp>
      <p:pic>
        <p:nvPicPr>
          <p:cNvPr id="9" name="Picture 8">
            <a:extLst>
              <a:ext uri="{FF2B5EF4-FFF2-40B4-BE49-F238E27FC236}">
                <a16:creationId xmlns:a16="http://schemas.microsoft.com/office/drawing/2014/main" id="{F80CFC4C-0BF5-26BF-B7C2-94B2391B85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9337" y="1959012"/>
            <a:ext cx="5401558" cy="3723579"/>
          </a:xfrm>
          <a:prstGeom prst="rect">
            <a:avLst/>
          </a:prstGeom>
          <a:ln>
            <a:solidFill>
              <a:schemeClr val="tx1"/>
            </a:solidFill>
          </a:ln>
        </p:spPr>
      </p:pic>
    </p:spTree>
    <p:extLst>
      <p:ext uri="{BB962C8B-B14F-4D97-AF65-F5344CB8AC3E}">
        <p14:creationId xmlns:p14="http://schemas.microsoft.com/office/powerpoint/2010/main" val="3002863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419AD-5F52-09EE-4635-C1B774208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E6AB8-95CB-B314-E4F7-3EBF13973EF3}"/>
              </a:ext>
            </a:extLst>
          </p:cNvPr>
          <p:cNvSpPr>
            <a:spLocks noGrp="1"/>
          </p:cNvSpPr>
          <p:nvPr>
            <p:ph type="ctrTitle"/>
          </p:nvPr>
        </p:nvSpPr>
        <p:spPr>
          <a:xfrm>
            <a:off x="3705225" y="499850"/>
            <a:ext cx="6572250" cy="527489"/>
          </a:xfrm>
        </p:spPr>
        <p:txBody>
          <a:bodyPr>
            <a:normAutofit/>
          </a:bodyPr>
          <a:lstStyle/>
          <a:p>
            <a:r>
              <a:rPr lang="en-US" sz="2400" b="1" dirty="0">
                <a:latin typeface="Times New Roman" panose="02020603050405020304" pitchFamily="18" charset="0"/>
                <a:cs typeface="Times New Roman" panose="02020603050405020304" pitchFamily="18" charset="0"/>
              </a:rPr>
              <a:t>IMPLEMENTATION </a:t>
            </a:r>
            <a:r>
              <a:rPr lang="en-IN" sz="2400" b="1"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8FA110B2-2967-D303-DDEE-8D1692570E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C0B63A76-C6DC-B80E-DD7E-23DA96CFEF87}"/>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7" name="TextBox 6">
            <a:extLst>
              <a:ext uri="{FF2B5EF4-FFF2-40B4-BE49-F238E27FC236}">
                <a16:creationId xmlns:a16="http://schemas.microsoft.com/office/drawing/2014/main" id="{22785C08-CBCA-D77A-DD53-E045663522B8}"/>
              </a:ext>
            </a:extLst>
          </p:cNvPr>
          <p:cNvSpPr txBox="1"/>
          <p:nvPr/>
        </p:nvSpPr>
        <p:spPr>
          <a:xfrm>
            <a:off x="509931" y="1715690"/>
            <a:ext cx="6060551" cy="4289892"/>
          </a:xfrm>
          <a:prstGeom prst="rect">
            <a:avLst/>
          </a:prstGeom>
          <a:noFill/>
        </p:spPr>
        <p:txBody>
          <a:bodyPr wrap="square" rtlCol="0">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3. Check Image Clarity:</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Converts the image to grayscale.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the Laplacian variance method to measure sharpness.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the variance is ≥ 100, the image is clear; otherwise, it is blurry.</a:t>
            </a:r>
          </a:p>
          <a:p>
            <a:pPr algn="just">
              <a:lnSpc>
                <a:spcPct val="150000"/>
              </a:lnSpc>
            </a:pPr>
            <a:r>
              <a:rPr lang="en-IN" sz="2000" b="1" dirty="0">
                <a:latin typeface="Times New Roman" panose="02020603050405020304" pitchFamily="18" charset="0"/>
                <a:cs typeface="Times New Roman" panose="02020603050405020304" pitchFamily="18" charset="0"/>
              </a:rPr>
              <a:t>4. Extract Text From Image Using OCR:</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Iterates over all supported languages.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text for each language using Tesseract OCR.</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extracted text in a dictionary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language_code</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text}).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Returns all detected texts from the image.</a:t>
            </a:r>
          </a:p>
        </p:txBody>
      </p:sp>
      <p:pic>
        <p:nvPicPr>
          <p:cNvPr id="5" name="Picture 4">
            <a:extLst>
              <a:ext uri="{FF2B5EF4-FFF2-40B4-BE49-F238E27FC236}">
                <a16:creationId xmlns:a16="http://schemas.microsoft.com/office/drawing/2014/main" id="{B337C346-D7E4-1306-3C6B-6BA7C19F36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9592" y="1492547"/>
            <a:ext cx="5203596" cy="4476270"/>
          </a:xfrm>
          <a:prstGeom prst="rect">
            <a:avLst/>
          </a:prstGeom>
          <a:ln>
            <a:solidFill>
              <a:schemeClr val="tx1"/>
            </a:solidFill>
          </a:ln>
        </p:spPr>
      </p:pic>
    </p:spTree>
    <p:extLst>
      <p:ext uri="{BB962C8B-B14F-4D97-AF65-F5344CB8AC3E}">
        <p14:creationId xmlns:p14="http://schemas.microsoft.com/office/powerpoint/2010/main" val="3138792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CC6C4-948D-D25F-6003-FBAFB12FA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CF61F-0281-E0B0-1373-C722B9FF0A13}"/>
              </a:ext>
            </a:extLst>
          </p:cNvPr>
          <p:cNvSpPr>
            <a:spLocks noGrp="1"/>
          </p:cNvSpPr>
          <p:nvPr>
            <p:ph type="ctrTitle"/>
          </p:nvPr>
        </p:nvSpPr>
        <p:spPr>
          <a:xfrm>
            <a:off x="3705225" y="499850"/>
            <a:ext cx="6572250" cy="527489"/>
          </a:xfrm>
        </p:spPr>
        <p:txBody>
          <a:bodyPr>
            <a:normAutofit/>
          </a:bodyPr>
          <a:lstStyle/>
          <a:p>
            <a:r>
              <a:rPr lang="en-US" sz="2400" b="1" dirty="0">
                <a:latin typeface="Times New Roman" panose="02020603050405020304" pitchFamily="18" charset="0"/>
                <a:cs typeface="Times New Roman" panose="02020603050405020304" pitchFamily="18" charset="0"/>
              </a:rPr>
              <a:t>IMPLEMENTATION </a:t>
            </a:r>
            <a:r>
              <a:rPr lang="en-IN" sz="2400" b="1"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F763B722-5722-8DCE-573F-E78E46E306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0D33AD57-D144-5626-B8B4-1E829467E05B}"/>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5" name="TextBox 4">
            <a:extLst>
              <a:ext uri="{FF2B5EF4-FFF2-40B4-BE49-F238E27FC236}">
                <a16:creationId xmlns:a16="http://schemas.microsoft.com/office/drawing/2014/main" id="{70F521C8-8FE1-73FD-F85B-0610EA4C9022}"/>
              </a:ext>
            </a:extLst>
          </p:cNvPr>
          <p:cNvSpPr txBox="1"/>
          <p:nvPr/>
        </p:nvSpPr>
        <p:spPr>
          <a:xfrm>
            <a:off x="597817" y="1731313"/>
            <a:ext cx="6085788" cy="4289892"/>
          </a:xfrm>
          <a:prstGeom prst="rect">
            <a:avLst/>
          </a:prstGeom>
          <a:noFill/>
        </p:spPr>
        <p:txBody>
          <a:bodyPr wrap="square">
            <a:spAutoFit/>
          </a:bodyPr>
          <a:lstStyle/>
          <a:p>
            <a:pPr marR="0" lvl="0" algn="just" defTabSz="914400" rtl="0" eaLnBrk="0" fontAlgn="base" latinLnBrk="0" hangingPunct="0">
              <a:lnSpc>
                <a:spcPct val="150000"/>
              </a:lnSpc>
              <a:spcBef>
                <a:spcPct val="0"/>
              </a:spcBef>
              <a:spcAft>
                <a:spcPct val="0"/>
              </a:spcAft>
              <a:buClrTx/>
              <a:buSzTx/>
              <a:tabLst/>
            </a:pPr>
            <a:r>
              <a:rPr lang="en-IN" sz="2000" b="1" dirty="0">
                <a:latin typeface="Times New Roman" panose="02020603050405020304" pitchFamily="18" charset="0"/>
                <a:cs typeface="Times New Roman" panose="02020603050405020304" pitchFamily="18" charset="0"/>
              </a:rPr>
              <a:t>5. Extract Text From Live Audio:</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microphone captures the voice when the user speaks.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Speech Recognition is used to extract text from the speech.</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Returns the extracted text, or if it fails, it returns “Could not understand audio.”</a:t>
            </a:r>
            <a:endParaRPr lang="en-IN" b="1"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r>
              <a:rPr lang="en-IN" sz="2000" b="1" dirty="0">
                <a:latin typeface="Times New Roman" panose="02020603050405020304" pitchFamily="18" charset="0"/>
                <a:cs typeface="Times New Roman" panose="02020603050405020304" pitchFamily="18" charset="0"/>
              </a:rPr>
              <a:t>6. Translate Extracted Text</a:t>
            </a:r>
            <a:r>
              <a:rPr lang="en-US" sz="2000" b="1" dirty="0">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Google Translate to translate extracted text into the target language.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translation fails or is empty, it returns “Translation not available.”</a:t>
            </a:r>
          </a:p>
        </p:txBody>
      </p:sp>
      <p:pic>
        <p:nvPicPr>
          <p:cNvPr id="7" name="Picture 6">
            <a:extLst>
              <a:ext uri="{FF2B5EF4-FFF2-40B4-BE49-F238E27FC236}">
                <a16:creationId xmlns:a16="http://schemas.microsoft.com/office/drawing/2014/main" id="{79CB68AF-B6E8-3EED-05A5-21E316AA5A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9273" y="1492547"/>
            <a:ext cx="4977354" cy="4608243"/>
          </a:xfrm>
          <a:prstGeom prst="rect">
            <a:avLst/>
          </a:prstGeom>
          <a:ln>
            <a:solidFill>
              <a:schemeClr val="tx1"/>
            </a:solidFill>
          </a:ln>
        </p:spPr>
      </p:pic>
    </p:spTree>
    <p:extLst>
      <p:ext uri="{BB962C8B-B14F-4D97-AF65-F5344CB8AC3E}">
        <p14:creationId xmlns:p14="http://schemas.microsoft.com/office/powerpoint/2010/main" val="2529833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34818-ED9F-18E6-D405-0E1805824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053AC-6E63-515C-CF67-1BAB4F53301B}"/>
              </a:ext>
            </a:extLst>
          </p:cNvPr>
          <p:cNvSpPr>
            <a:spLocks noGrp="1"/>
          </p:cNvSpPr>
          <p:nvPr>
            <p:ph type="ctrTitle"/>
          </p:nvPr>
        </p:nvSpPr>
        <p:spPr>
          <a:xfrm>
            <a:off x="3705225" y="499850"/>
            <a:ext cx="6572250" cy="527489"/>
          </a:xfrm>
        </p:spPr>
        <p:txBody>
          <a:bodyPr>
            <a:normAutofit/>
          </a:bodyPr>
          <a:lstStyle/>
          <a:p>
            <a:r>
              <a:rPr lang="en-US" sz="2400" b="1" dirty="0">
                <a:latin typeface="Times New Roman" panose="02020603050405020304" pitchFamily="18" charset="0"/>
                <a:cs typeface="Times New Roman" panose="02020603050405020304" pitchFamily="18" charset="0"/>
              </a:rPr>
              <a:t>IMPLEMENTATION </a:t>
            </a:r>
            <a:r>
              <a:rPr lang="en-IN" sz="2400" b="1"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32D0D293-C65C-F2FF-3729-9FF55667F0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BB27FBD2-C80A-0403-0C87-09F74AC3B275}"/>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5" name="TextBox 4">
            <a:extLst>
              <a:ext uri="{FF2B5EF4-FFF2-40B4-BE49-F238E27FC236}">
                <a16:creationId xmlns:a16="http://schemas.microsoft.com/office/drawing/2014/main" id="{5A2B2F0F-6071-3B6B-1B83-EA67491683A2}"/>
              </a:ext>
            </a:extLst>
          </p:cNvPr>
          <p:cNvSpPr txBox="1"/>
          <p:nvPr/>
        </p:nvSpPr>
        <p:spPr>
          <a:xfrm>
            <a:off x="589667" y="1760500"/>
            <a:ext cx="6112791" cy="3920560"/>
          </a:xfrm>
          <a:prstGeom prst="rect">
            <a:avLst/>
          </a:prstGeom>
          <a:noFill/>
        </p:spPr>
        <p:txBody>
          <a:bodyPr wrap="square">
            <a:spAutoFit/>
          </a:bodyPr>
          <a:lstStyle/>
          <a:p>
            <a:pPr marR="0" lvl="0" algn="just" defTabSz="914400" rtl="0" eaLnBrk="0" fontAlgn="base" latinLnBrk="0" hangingPunct="0">
              <a:lnSpc>
                <a:spcPct val="150000"/>
              </a:lnSpc>
              <a:spcBef>
                <a:spcPct val="0"/>
              </a:spcBef>
              <a:spcAft>
                <a:spcPct val="0"/>
              </a:spcAft>
              <a:buClrTx/>
              <a:buSzTx/>
              <a:tabLst/>
            </a:pPr>
            <a:r>
              <a:rPr lang="en-US" sz="2000" b="1" dirty="0">
                <a:latin typeface="Times New Roman" panose="02020603050405020304" pitchFamily="18" charset="0"/>
                <a:cs typeface="Times New Roman" panose="02020603050405020304" pitchFamily="18" charset="0"/>
              </a:rPr>
              <a:t>7. Convert Translated Text to Speech:</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gTTS</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convert translated text to speech.</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a unique filename using the current timestamp.</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Saves the audio file in static/audio/.</a:t>
            </a:r>
          </a:p>
          <a:p>
            <a:pPr algn="just" eaLnBrk="0" fontAlgn="base" hangingPunct="0">
              <a:lnSpc>
                <a:spcPct val="150000"/>
              </a:lnSpc>
              <a:spcBef>
                <a:spcPct val="0"/>
              </a:spcBef>
              <a:spcAft>
                <a:spcPct val="0"/>
              </a:spcAft>
            </a:pPr>
            <a:r>
              <a:rPr lang="en-US" altLang="en-US" sz="2000" b="1" dirty="0">
                <a:latin typeface="Times New Roman" panose="02020603050405020304" pitchFamily="18" charset="0"/>
                <a:cs typeface="Times New Roman" panose="02020603050405020304" pitchFamily="18" charset="0"/>
              </a:rPr>
              <a:t>8</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Route to Serve Audio Files (/audio/&lt;filename&gt;)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Fetches and returns the generated audio file so that it can be played.</a:t>
            </a:r>
          </a:p>
          <a:p>
            <a:pPr marR="0" lvl="0" algn="just"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 Run the App:</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Run the app.py</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F82B8EC-9B3B-1D17-83A7-039AF5EA8C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8127" y="1675657"/>
            <a:ext cx="5071620" cy="2396715"/>
          </a:xfrm>
          <a:prstGeom prst="rect">
            <a:avLst/>
          </a:prstGeom>
          <a:ln>
            <a:solidFill>
              <a:schemeClr val="tx1"/>
            </a:solidFill>
          </a:ln>
        </p:spPr>
      </p:pic>
      <p:pic>
        <p:nvPicPr>
          <p:cNvPr id="14" name="Picture 13">
            <a:extLst>
              <a:ext uri="{FF2B5EF4-FFF2-40B4-BE49-F238E27FC236}">
                <a16:creationId xmlns:a16="http://schemas.microsoft.com/office/drawing/2014/main" id="{B7AEFEB1-AA42-649E-FA1E-8A6890F442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8127" y="4161991"/>
            <a:ext cx="5071620" cy="1560079"/>
          </a:xfrm>
          <a:prstGeom prst="rect">
            <a:avLst/>
          </a:prstGeom>
          <a:ln>
            <a:solidFill>
              <a:schemeClr val="tx1"/>
            </a:solidFill>
          </a:ln>
        </p:spPr>
      </p:pic>
    </p:spTree>
    <p:extLst>
      <p:ext uri="{BB962C8B-B14F-4D97-AF65-F5344CB8AC3E}">
        <p14:creationId xmlns:p14="http://schemas.microsoft.com/office/powerpoint/2010/main" val="3579981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58405-30AC-9E03-0407-3D3D8C205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BFDD3-A781-BCC1-F9F7-E2520F7657AE}"/>
              </a:ext>
            </a:extLst>
          </p:cNvPr>
          <p:cNvSpPr>
            <a:spLocks noGrp="1"/>
          </p:cNvSpPr>
          <p:nvPr>
            <p:ph type="ctrTitle"/>
          </p:nvPr>
        </p:nvSpPr>
        <p:spPr>
          <a:xfrm>
            <a:off x="3352800" y="510736"/>
            <a:ext cx="6572250" cy="527489"/>
          </a:xfrm>
        </p:spPr>
        <p:txBody>
          <a:bodyPr>
            <a:normAutofit/>
          </a:bodyPr>
          <a:lstStyle/>
          <a:p>
            <a:r>
              <a:rPr lang="en-US" sz="2400" b="1" dirty="0">
                <a:latin typeface="Times New Roman" panose="02020603050405020304" pitchFamily="18" charset="0"/>
                <a:cs typeface="Times New Roman" panose="02020603050405020304" pitchFamily="18" charset="0"/>
              </a:rPr>
              <a:t>OUTPUT </a:t>
            </a:r>
            <a:r>
              <a:rPr lang="en-IN" sz="2400" b="1"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AA721BD5-140F-8584-BD41-B18FF41346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75FB9B81-D40A-047B-480D-42F582FB8E64}"/>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pic>
        <p:nvPicPr>
          <p:cNvPr id="11" name="Picture 10">
            <a:extLst>
              <a:ext uri="{FF2B5EF4-FFF2-40B4-BE49-F238E27FC236}">
                <a16:creationId xmlns:a16="http://schemas.microsoft.com/office/drawing/2014/main" id="{367BC66C-C87A-B50A-9EDB-71AE3223F5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615" y="2762790"/>
            <a:ext cx="2316869" cy="2143125"/>
          </a:xfrm>
          <a:prstGeom prst="rect">
            <a:avLst/>
          </a:prstGeom>
        </p:spPr>
      </p:pic>
      <p:sp>
        <p:nvSpPr>
          <p:cNvPr id="16" name="TextBox 15">
            <a:extLst>
              <a:ext uri="{FF2B5EF4-FFF2-40B4-BE49-F238E27FC236}">
                <a16:creationId xmlns:a16="http://schemas.microsoft.com/office/drawing/2014/main" id="{B61F7F01-E9C1-76E1-4EA1-176DC89412D8}"/>
              </a:ext>
            </a:extLst>
          </p:cNvPr>
          <p:cNvSpPr txBox="1"/>
          <p:nvPr/>
        </p:nvSpPr>
        <p:spPr>
          <a:xfrm>
            <a:off x="603315" y="2026763"/>
            <a:ext cx="2121031"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INPUT</a:t>
            </a:r>
          </a:p>
        </p:txBody>
      </p:sp>
      <p:sp>
        <p:nvSpPr>
          <p:cNvPr id="17" name="TextBox 16">
            <a:extLst>
              <a:ext uri="{FF2B5EF4-FFF2-40B4-BE49-F238E27FC236}">
                <a16:creationId xmlns:a16="http://schemas.microsoft.com/office/drawing/2014/main" id="{279E25B0-D0DF-5991-8DB3-54A8F6356068}"/>
              </a:ext>
            </a:extLst>
          </p:cNvPr>
          <p:cNvSpPr txBox="1"/>
          <p:nvPr/>
        </p:nvSpPr>
        <p:spPr>
          <a:xfrm>
            <a:off x="7249212" y="1218431"/>
            <a:ext cx="2121031"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OUTPUT</a:t>
            </a:r>
          </a:p>
        </p:txBody>
      </p:sp>
      <p:sp>
        <p:nvSpPr>
          <p:cNvPr id="18" name="Arrow: Right 17">
            <a:extLst>
              <a:ext uri="{FF2B5EF4-FFF2-40B4-BE49-F238E27FC236}">
                <a16:creationId xmlns:a16="http://schemas.microsoft.com/office/drawing/2014/main" id="{319534BE-BDF1-CA05-0D94-EC26DCCADA83}"/>
              </a:ext>
            </a:extLst>
          </p:cNvPr>
          <p:cNvSpPr/>
          <p:nvPr/>
        </p:nvSpPr>
        <p:spPr>
          <a:xfrm>
            <a:off x="3223967" y="3742441"/>
            <a:ext cx="1272619" cy="30777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31CBC9F2-3987-6F4D-EB6C-4810ADBFF4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9072" y="1587762"/>
            <a:ext cx="6721313" cy="4586794"/>
          </a:xfrm>
          <a:prstGeom prst="rect">
            <a:avLst/>
          </a:prstGeom>
        </p:spPr>
      </p:pic>
    </p:spTree>
    <p:extLst>
      <p:ext uri="{BB962C8B-B14F-4D97-AF65-F5344CB8AC3E}">
        <p14:creationId xmlns:p14="http://schemas.microsoft.com/office/powerpoint/2010/main" val="4271095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54896-FEA1-249F-B487-714875C61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EE1FC-3292-1A38-9F8F-45704A402BC0}"/>
              </a:ext>
            </a:extLst>
          </p:cNvPr>
          <p:cNvSpPr>
            <a:spLocks noGrp="1"/>
          </p:cNvSpPr>
          <p:nvPr>
            <p:ph type="ctrTitle"/>
          </p:nvPr>
        </p:nvSpPr>
        <p:spPr>
          <a:xfrm>
            <a:off x="3352800" y="510736"/>
            <a:ext cx="6572250" cy="527489"/>
          </a:xfrm>
        </p:spPr>
        <p:txBody>
          <a:bodyPr>
            <a:normAutofit/>
          </a:bodyPr>
          <a:lstStyle/>
          <a:p>
            <a:r>
              <a:rPr lang="en-US" sz="2400" b="1" dirty="0">
                <a:latin typeface="Times New Roman" panose="02020603050405020304" pitchFamily="18" charset="0"/>
                <a:cs typeface="Times New Roman" panose="02020603050405020304" pitchFamily="18" charset="0"/>
              </a:rPr>
              <a:t>OUTPUT </a:t>
            </a:r>
            <a:r>
              <a:rPr lang="en-IN" sz="2400" b="1"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8B78760E-4303-6E33-8067-A2C7EAA658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663BEF43-3096-DD0F-DBFB-2D7161C87EF3}"/>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pic>
        <p:nvPicPr>
          <p:cNvPr id="9" name="Picture 8">
            <a:extLst>
              <a:ext uri="{FF2B5EF4-FFF2-40B4-BE49-F238E27FC236}">
                <a16:creationId xmlns:a16="http://schemas.microsoft.com/office/drawing/2014/main" id="{3087E79D-92E9-1D39-6C04-BE6608730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878" y="3010209"/>
            <a:ext cx="2690987" cy="1772239"/>
          </a:xfrm>
          <a:prstGeom prst="rect">
            <a:avLst/>
          </a:prstGeom>
        </p:spPr>
      </p:pic>
      <p:sp>
        <p:nvSpPr>
          <p:cNvPr id="10" name="TextBox 9">
            <a:extLst>
              <a:ext uri="{FF2B5EF4-FFF2-40B4-BE49-F238E27FC236}">
                <a16:creationId xmlns:a16="http://schemas.microsoft.com/office/drawing/2014/main" id="{6A7547B1-1F2A-F84D-8BE2-15039780F1BD}"/>
              </a:ext>
            </a:extLst>
          </p:cNvPr>
          <p:cNvSpPr txBox="1"/>
          <p:nvPr/>
        </p:nvSpPr>
        <p:spPr>
          <a:xfrm>
            <a:off x="594855" y="2290656"/>
            <a:ext cx="2121031"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INPUT</a:t>
            </a:r>
          </a:p>
        </p:txBody>
      </p:sp>
      <p:sp>
        <p:nvSpPr>
          <p:cNvPr id="11" name="TextBox 10">
            <a:extLst>
              <a:ext uri="{FF2B5EF4-FFF2-40B4-BE49-F238E27FC236}">
                <a16:creationId xmlns:a16="http://schemas.microsoft.com/office/drawing/2014/main" id="{A717ED91-29CC-97F0-3F8C-C0C7950518D7}"/>
              </a:ext>
            </a:extLst>
          </p:cNvPr>
          <p:cNvSpPr txBox="1"/>
          <p:nvPr/>
        </p:nvSpPr>
        <p:spPr>
          <a:xfrm>
            <a:off x="7249212" y="1218431"/>
            <a:ext cx="2121031"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OUTPUT</a:t>
            </a:r>
          </a:p>
        </p:txBody>
      </p:sp>
      <p:sp>
        <p:nvSpPr>
          <p:cNvPr id="12" name="Arrow: Right 11">
            <a:extLst>
              <a:ext uri="{FF2B5EF4-FFF2-40B4-BE49-F238E27FC236}">
                <a16:creationId xmlns:a16="http://schemas.microsoft.com/office/drawing/2014/main" id="{A45F700F-C709-C63F-0A42-81D77D685E0C}"/>
              </a:ext>
            </a:extLst>
          </p:cNvPr>
          <p:cNvSpPr/>
          <p:nvPr/>
        </p:nvSpPr>
        <p:spPr>
          <a:xfrm>
            <a:off x="3223967" y="3742441"/>
            <a:ext cx="1272619" cy="30777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6512F8A7-8580-E835-F4D1-E14C875053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1216" y="1613265"/>
            <a:ext cx="6737022" cy="4558507"/>
          </a:xfrm>
          <a:prstGeom prst="rect">
            <a:avLst/>
          </a:prstGeom>
        </p:spPr>
      </p:pic>
    </p:spTree>
    <p:extLst>
      <p:ext uri="{BB962C8B-B14F-4D97-AF65-F5344CB8AC3E}">
        <p14:creationId xmlns:p14="http://schemas.microsoft.com/office/powerpoint/2010/main" val="3850631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634FE-BCDA-05A3-4750-2F9E47D33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F9FB3-5BEC-61DE-9089-020F262ED07F}"/>
              </a:ext>
            </a:extLst>
          </p:cNvPr>
          <p:cNvSpPr>
            <a:spLocks noGrp="1"/>
          </p:cNvSpPr>
          <p:nvPr>
            <p:ph type="ctrTitle"/>
          </p:nvPr>
        </p:nvSpPr>
        <p:spPr>
          <a:xfrm>
            <a:off x="3352800" y="510736"/>
            <a:ext cx="6572250" cy="527489"/>
          </a:xfrm>
        </p:spPr>
        <p:txBody>
          <a:bodyPr>
            <a:normAutofit/>
          </a:bodyPr>
          <a:lstStyle/>
          <a:p>
            <a:r>
              <a:rPr lang="en-US" sz="2400" b="1" dirty="0">
                <a:latin typeface="Times New Roman" panose="02020603050405020304" pitchFamily="18" charset="0"/>
                <a:cs typeface="Times New Roman" panose="02020603050405020304" pitchFamily="18" charset="0"/>
              </a:rPr>
              <a:t>OUTPUT </a:t>
            </a:r>
            <a:r>
              <a:rPr lang="en-IN" sz="2400" b="1"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34B27E94-B42A-D8EC-6C46-B6E25DAAF0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65C45985-1FA5-E34F-AB4E-DCC197EBAFC8}"/>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11" name="TextBox 10">
            <a:extLst>
              <a:ext uri="{FF2B5EF4-FFF2-40B4-BE49-F238E27FC236}">
                <a16:creationId xmlns:a16="http://schemas.microsoft.com/office/drawing/2014/main" id="{4F67526C-CC6E-702F-5564-F747D0C25232}"/>
              </a:ext>
            </a:extLst>
          </p:cNvPr>
          <p:cNvSpPr txBox="1"/>
          <p:nvPr/>
        </p:nvSpPr>
        <p:spPr>
          <a:xfrm>
            <a:off x="7292761" y="5860538"/>
            <a:ext cx="3755453"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Audio Input is Translated</a:t>
            </a:r>
          </a:p>
        </p:txBody>
      </p:sp>
      <p:pic>
        <p:nvPicPr>
          <p:cNvPr id="3" name="Picture 2">
            <a:extLst>
              <a:ext uri="{FF2B5EF4-FFF2-40B4-BE49-F238E27FC236}">
                <a16:creationId xmlns:a16="http://schemas.microsoft.com/office/drawing/2014/main" id="{E927AB09-DF7E-CE39-7983-E0D7B6D2EE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313" y="1403097"/>
            <a:ext cx="4798245" cy="4457441"/>
          </a:xfrm>
          <a:prstGeom prst="rect">
            <a:avLst/>
          </a:prstGeom>
        </p:spPr>
      </p:pic>
      <p:pic>
        <p:nvPicPr>
          <p:cNvPr id="7" name="Picture 6">
            <a:extLst>
              <a:ext uri="{FF2B5EF4-FFF2-40B4-BE49-F238E27FC236}">
                <a16:creationId xmlns:a16="http://schemas.microsoft.com/office/drawing/2014/main" id="{E3D21480-D902-AA0A-DF6A-486A12CE48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8925" y="1397608"/>
            <a:ext cx="4942836" cy="4470178"/>
          </a:xfrm>
          <a:prstGeom prst="rect">
            <a:avLst/>
          </a:prstGeom>
        </p:spPr>
      </p:pic>
      <p:sp>
        <p:nvSpPr>
          <p:cNvPr id="13" name="TextBox 12">
            <a:extLst>
              <a:ext uri="{FF2B5EF4-FFF2-40B4-BE49-F238E27FC236}">
                <a16:creationId xmlns:a16="http://schemas.microsoft.com/office/drawing/2014/main" id="{5B13F1AB-A445-9881-F477-8ADCC75B6617}"/>
              </a:ext>
            </a:extLst>
          </p:cNvPr>
          <p:cNvSpPr txBox="1"/>
          <p:nvPr/>
        </p:nvSpPr>
        <p:spPr>
          <a:xfrm>
            <a:off x="2738631" y="5867786"/>
            <a:ext cx="2121031"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Web Interface</a:t>
            </a:r>
          </a:p>
        </p:txBody>
      </p:sp>
    </p:spTree>
    <p:extLst>
      <p:ext uri="{BB962C8B-B14F-4D97-AF65-F5344CB8AC3E}">
        <p14:creationId xmlns:p14="http://schemas.microsoft.com/office/powerpoint/2010/main" val="127965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B75D5-FEF5-46AD-C9AA-A5D3DFE52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004AA-862A-C239-E08F-2799238DFC5E}"/>
              </a:ext>
            </a:extLst>
          </p:cNvPr>
          <p:cNvSpPr>
            <a:spLocks noGrp="1"/>
          </p:cNvSpPr>
          <p:nvPr>
            <p:ph type="ctrTitle"/>
          </p:nvPr>
        </p:nvSpPr>
        <p:spPr>
          <a:xfrm>
            <a:off x="2592161" y="472638"/>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A383DE4A-B308-9AC7-6D5B-2940E68869C8}"/>
              </a:ext>
            </a:extLst>
          </p:cNvPr>
          <p:cNvSpPr>
            <a:spLocks noGrp="1"/>
          </p:cNvSpPr>
          <p:nvPr>
            <p:ph type="subTitle" idx="1"/>
          </p:nvPr>
        </p:nvSpPr>
        <p:spPr>
          <a:xfrm>
            <a:off x="923435" y="1855708"/>
            <a:ext cx="10313316" cy="4162421"/>
          </a:xfrm>
        </p:spPr>
        <p:txBody>
          <a:bodyPr>
            <a:noAutofit/>
          </a:bodyPr>
          <a:lstStyle/>
          <a:p>
            <a:pPr marL="285750" indent="-285750" algn="just">
              <a:lnSpc>
                <a:spcPct val="1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Multilingual Signboard Translator will follow a structured development approach, starting with</a:t>
            </a:r>
          </a:p>
          <a:p>
            <a:pPr algn="just">
              <a:lnSpc>
                <a:spcPct val="100000"/>
              </a:lnSpc>
            </a:pPr>
            <a:r>
              <a:rPr lang="en-US" sz="1800" dirty="0">
                <a:latin typeface="Times New Roman" panose="02020603050405020304" pitchFamily="18" charset="0"/>
                <a:cs typeface="Times New Roman" panose="02020603050405020304" pitchFamily="18" charset="0"/>
              </a:rPr>
              <a:t>     requirement analysis and system design.</a:t>
            </a:r>
          </a:p>
          <a:p>
            <a:pPr marL="285750" indent="-285750" algn="just">
              <a:lnSpc>
                <a:spcPct val="1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Key components include OCR, Speech recognition, translation, and text-to-speech modules.</a:t>
            </a:r>
          </a:p>
          <a:p>
            <a:pPr marL="285750" indent="-285750" algn="just">
              <a:lnSpc>
                <a:spcPct val="1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Technologies used are Tesseract OCR, Speech recognition for text extraction from images, and live audio</a:t>
            </a:r>
          </a:p>
          <a:p>
            <a:pPr algn="just">
              <a:lnSpc>
                <a:spcPct val="100000"/>
              </a:lnSpc>
            </a:pPr>
            <a:r>
              <a:rPr lang="en-US" sz="1800" dirty="0">
                <a:latin typeface="Times New Roman" panose="02020603050405020304" pitchFamily="18" charset="0"/>
                <a:cs typeface="Times New Roman" panose="02020603050405020304" pitchFamily="18" charset="0"/>
              </a:rPr>
              <a:t>     respectively, Google APIs for translation and speech synthesis, and the Python-Flask framework for system</a:t>
            </a:r>
          </a:p>
          <a:p>
            <a:pPr algn="just">
              <a:lnSpc>
                <a:spcPct val="100000"/>
              </a:lnSpc>
            </a:pPr>
            <a:r>
              <a:rPr lang="en-US" sz="1800" dirty="0">
                <a:latin typeface="Times New Roman" panose="02020603050405020304" pitchFamily="18" charset="0"/>
                <a:cs typeface="Times New Roman" panose="02020603050405020304" pitchFamily="18" charset="0"/>
              </a:rPr>
              <a:t>     integration and development.</a:t>
            </a:r>
          </a:p>
          <a:p>
            <a:pPr marL="285750" indent="-285750" algn="just">
              <a:lnSpc>
                <a:spcPct val="1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Rigorous testing to handle challenges like blurry images and diverse scripts.</a:t>
            </a:r>
          </a:p>
          <a:p>
            <a:pPr marL="285750" indent="-285750" algn="just">
              <a:lnSpc>
                <a:spcPct val="1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Iterative development with milestones to track progress and refine the system.</a:t>
            </a:r>
          </a:p>
          <a:p>
            <a:pPr marL="285750" indent="-285750" algn="just">
              <a:lnSpc>
                <a:spcPct val="1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Demonstrates AI’s potential in enhancing multilingual communication and accessibility.</a:t>
            </a:r>
          </a:p>
          <a:p>
            <a:pPr marL="285750" indent="-285750" algn="just">
              <a:lnSpc>
                <a:spcPct val="1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Provides an innovative solution to bridge language barriers in real-world scenarios.</a:t>
            </a:r>
            <a:endParaRPr lang="en-IN"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91DF5C0-2840-FA8E-C8ED-104D7AAFF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9A7CB575-37B6-DF49-7B80-C7F28FFAC210}"/>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9016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9D361-4989-A2ED-D820-FAA76D21A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E60036-0F9A-8A84-79E3-BC69A0A95200}"/>
              </a:ext>
            </a:extLst>
          </p:cNvPr>
          <p:cNvSpPr>
            <a:spLocks noGrp="1"/>
          </p:cNvSpPr>
          <p:nvPr>
            <p:ph type="ctrTitle"/>
          </p:nvPr>
        </p:nvSpPr>
        <p:spPr>
          <a:xfrm>
            <a:off x="3309257" y="503027"/>
            <a:ext cx="6572250" cy="527489"/>
          </a:xfrm>
        </p:spPr>
        <p:txBody>
          <a:bodyPr>
            <a:normAutofit/>
          </a:bodyPr>
          <a:lstStyle/>
          <a:p>
            <a:r>
              <a:rPr lang="en-US" sz="2400" b="1" dirty="0">
                <a:latin typeface="Times New Roman" panose="02020603050405020304" pitchFamily="18" charset="0"/>
                <a:cs typeface="Times New Roman" panose="02020603050405020304" pitchFamily="18" charset="0"/>
              </a:rPr>
              <a:t>FUTURE SCOPE </a:t>
            </a:r>
            <a:r>
              <a:rPr lang="en-IN" sz="2400" b="1"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F1C89E64-B708-052B-E951-9C1037EE9C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0738E6E6-46B5-1C38-E969-12748A2028A4}"/>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sp>
        <p:nvSpPr>
          <p:cNvPr id="3" name="TextBox 2">
            <a:extLst>
              <a:ext uri="{FF2B5EF4-FFF2-40B4-BE49-F238E27FC236}">
                <a16:creationId xmlns:a16="http://schemas.microsoft.com/office/drawing/2014/main" id="{72DCB931-620D-3570-5BE3-A464F752B5AD}"/>
              </a:ext>
            </a:extLst>
          </p:cNvPr>
          <p:cNvSpPr txBox="1"/>
          <p:nvPr/>
        </p:nvSpPr>
        <p:spPr>
          <a:xfrm>
            <a:off x="1230086" y="1895594"/>
            <a:ext cx="9731828" cy="378206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b="1" i="0" dirty="0">
                <a:solidFill>
                  <a:srgbClr val="1F1F1F"/>
                </a:solidFill>
                <a:effectLst/>
                <a:latin typeface="Times New Roman" panose="02020603050405020304" pitchFamily="18" charset="0"/>
                <a:cs typeface="Times New Roman" panose="02020603050405020304" pitchFamily="18" charset="0"/>
              </a:rPr>
              <a:t>More Languages &amp; Dialects: </a:t>
            </a:r>
            <a:r>
              <a:rPr lang="en-US" b="0" i="0" dirty="0">
                <a:solidFill>
                  <a:srgbClr val="1F1F1F"/>
                </a:solidFill>
                <a:effectLst/>
                <a:latin typeface="Times New Roman" panose="02020603050405020304" pitchFamily="18" charset="0"/>
                <a:cs typeface="Times New Roman" panose="02020603050405020304" pitchFamily="18" charset="0"/>
              </a:rPr>
              <a:t>Expand support for regional, indigenous, and complex scripts for better accessibility.</a:t>
            </a:r>
          </a:p>
          <a:p>
            <a:pPr marL="285750" indent="-285750" algn="just">
              <a:lnSpc>
                <a:spcPct val="150000"/>
              </a:lnSpc>
              <a:buFont typeface="Wingdings" panose="05000000000000000000" pitchFamily="2" charset="2"/>
              <a:buChar char="Ø"/>
            </a:pPr>
            <a:r>
              <a:rPr lang="en-US" b="1" i="0" dirty="0">
                <a:solidFill>
                  <a:srgbClr val="1F1F1F"/>
                </a:solidFill>
                <a:effectLst/>
                <a:latin typeface="Times New Roman" panose="02020603050405020304" pitchFamily="18" charset="0"/>
                <a:cs typeface="Times New Roman" panose="02020603050405020304" pitchFamily="18" charset="0"/>
              </a:rPr>
              <a:t>Offline Functionality: </a:t>
            </a:r>
            <a:r>
              <a:rPr lang="en-US" dirty="0">
                <a:solidFill>
                  <a:srgbClr val="1F1F1F"/>
                </a:solidFill>
                <a:latin typeface="Times New Roman" panose="02020603050405020304" pitchFamily="18" charset="0"/>
                <a:cs typeface="Times New Roman" panose="02020603050405020304" pitchFamily="18" charset="0"/>
              </a:rPr>
              <a:t>Implement offline OCR and translation capabilities for areas with limited internet access.</a:t>
            </a:r>
            <a:endParaRPr lang="en-US" b="0" i="0" dirty="0">
              <a:solidFill>
                <a:srgbClr val="1F1F1F"/>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b="1" i="0" dirty="0">
                <a:solidFill>
                  <a:srgbClr val="1F1F1F"/>
                </a:solidFill>
                <a:effectLst/>
                <a:latin typeface="Times New Roman" panose="02020603050405020304" pitchFamily="18" charset="0"/>
                <a:cs typeface="Times New Roman" panose="02020603050405020304" pitchFamily="18" charset="0"/>
              </a:rPr>
              <a:t>Public Transport &amp; Tourism Integration: </a:t>
            </a:r>
            <a:r>
              <a:rPr lang="en-US" b="0" i="0" dirty="0">
                <a:solidFill>
                  <a:srgbClr val="1F1F1F"/>
                </a:solidFill>
                <a:effectLst/>
                <a:latin typeface="Times New Roman" panose="02020603050405020304" pitchFamily="18" charset="0"/>
                <a:cs typeface="Times New Roman" panose="02020603050405020304" pitchFamily="18" charset="0"/>
              </a:rPr>
              <a:t>Assist travelers and commuters with real-time sign translations. </a:t>
            </a:r>
            <a:endParaRPr lang="en-US" b="1" i="0" dirty="0">
              <a:solidFill>
                <a:srgbClr val="1F1F1F"/>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b="1" i="0" dirty="0">
                <a:solidFill>
                  <a:srgbClr val="1F1F1F"/>
                </a:solidFill>
                <a:effectLst/>
                <a:latin typeface="Times New Roman" panose="02020603050405020304" pitchFamily="18" charset="0"/>
                <a:cs typeface="Times New Roman" panose="02020603050405020304" pitchFamily="18" charset="0"/>
              </a:rPr>
              <a:t>Gesture Interactions</a:t>
            </a:r>
            <a:r>
              <a:rPr lang="en-US" dirty="0">
                <a:solidFill>
                  <a:srgbClr val="1F1F1F"/>
                </a:solidFill>
                <a:latin typeface="Google Sans"/>
                <a:cs typeface="Times New Roman" panose="02020603050405020304" pitchFamily="18" charset="0"/>
              </a:rPr>
              <a:t>:</a:t>
            </a:r>
            <a:r>
              <a:rPr lang="en-US" b="0" i="0" dirty="0">
                <a:solidFill>
                  <a:srgbClr val="1F1F1F"/>
                </a:solidFill>
                <a:effectLst/>
                <a:latin typeface="Google Sans"/>
              </a:rPr>
              <a:t> </a:t>
            </a:r>
            <a:r>
              <a:rPr lang="en-US" b="0" i="0" dirty="0">
                <a:solidFill>
                  <a:srgbClr val="1F1F1F"/>
                </a:solidFill>
                <a:effectLst/>
                <a:latin typeface="Times New Roman" panose="02020603050405020304" pitchFamily="18" charset="0"/>
                <a:cs typeface="Times New Roman" panose="02020603050405020304" pitchFamily="18" charset="0"/>
              </a:rPr>
              <a:t>Hands-free usability with commands and gesture-based controls.</a:t>
            </a:r>
            <a:endParaRPr lang="en-US" b="1" i="0" dirty="0">
              <a:solidFill>
                <a:srgbClr val="1F1F1F"/>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b="1" i="0" dirty="0">
                <a:solidFill>
                  <a:srgbClr val="1F1F1F"/>
                </a:solidFill>
                <a:effectLst/>
                <a:latin typeface="Times New Roman" panose="02020603050405020304" pitchFamily="18" charset="0"/>
                <a:cs typeface="Times New Roman" panose="02020603050405020304" pitchFamily="18" charset="0"/>
              </a:rPr>
              <a:t>Customizable Experience: </a:t>
            </a:r>
            <a:r>
              <a:rPr lang="en-US" b="0" i="0" dirty="0">
                <a:solidFill>
                  <a:srgbClr val="1F1F1F"/>
                </a:solidFill>
                <a:effectLst/>
                <a:latin typeface="Times New Roman" panose="02020603050405020304" pitchFamily="18" charset="0"/>
                <a:cs typeface="Times New Roman" panose="02020603050405020304" pitchFamily="18" charset="0"/>
              </a:rPr>
              <a:t>Personalize voice styles and accents, and add language learning features.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8203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E8500-25CF-2FAD-5D59-D2D9AE0BA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C142B-DE35-4448-FD98-75412114C254}"/>
              </a:ext>
            </a:extLst>
          </p:cNvPr>
          <p:cNvSpPr>
            <a:spLocks noGrp="1"/>
          </p:cNvSpPr>
          <p:nvPr>
            <p:ph type="ctrTitle"/>
          </p:nvPr>
        </p:nvSpPr>
        <p:spPr>
          <a:xfrm>
            <a:off x="2809875" y="510736"/>
            <a:ext cx="6572250" cy="527489"/>
          </a:xfrm>
        </p:spPr>
        <p:txBody>
          <a:bodyPr>
            <a:normAutofit/>
          </a:bodyPr>
          <a:lstStyle/>
          <a:p>
            <a:r>
              <a:rPr lang="en-IN" sz="2400" b="1" dirty="0">
                <a:latin typeface="Times New Roman" panose="02020603050405020304" pitchFamily="18" charset="0"/>
                <a:cs typeface="Times New Roman" panose="02020603050405020304" pitchFamily="18" charset="0"/>
              </a:rPr>
              <a:t>PROJECT TIME LINE</a:t>
            </a:r>
          </a:p>
        </p:txBody>
      </p:sp>
      <p:pic>
        <p:nvPicPr>
          <p:cNvPr id="6" name="Picture 5">
            <a:extLst>
              <a:ext uri="{FF2B5EF4-FFF2-40B4-BE49-F238E27FC236}">
                <a16:creationId xmlns:a16="http://schemas.microsoft.com/office/drawing/2014/main" id="{215CDFFF-2145-582C-5644-54DAF131EC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85" y="160521"/>
            <a:ext cx="1332026" cy="1332026"/>
          </a:xfrm>
          <a:prstGeom prst="rect">
            <a:avLst/>
          </a:prstGeom>
        </p:spPr>
      </p:pic>
      <p:cxnSp>
        <p:nvCxnSpPr>
          <p:cNvPr id="8" name="Straight Connector 7">
            <a:extLst>
              <a:ext uri="{FF2B5EF4-FFF2-40B4-BE49-F238E27FC236}">
                <a16:creationId xmlns:a16="http://schemas.microsoft.com/office/drawing/2014/main" id="{9AF16D62-E52A-E79B-6961-268AA92ED680}"/>
              </a:ext>
            </a:extLst>
          </p:cNvPr>
          <p:cNvCxnSpPr/>
          <p:nvPr/>
        </p:nvCxnSpPr>
        <p:spPr>
          <a:xfrm>
            <a:off x="2266950" y="1038225"/>
            <a:ext cx="8010525" cy="0"/>
          </a:xfrm>
          <a:prstGeom prst="line">
            <a:avLst/>
          </a:prstGeom>
          <a:ln w="34925" cmpd="sng"/>
          <a:effectLst>
            <a:outerShdw blurRad="50800" dist="38100" dir="5400000" algn="t" rotWithShape="0">
              <a:schemeClr val="accent1">
                <a:alpha val="40000"/>
              </a:schemeClr>
            </a:outerShdw>
          </a:effectLst>
        </p:spPr>
        <p:style>
          <a:lnRef idx="3">
            <a:schemeClr val="accent1"/>
          </a:lnRef>
          <a:fillRef idx="0">
            <a:schemeClr val="accent1"/>
          </a:fillRef>
          <a:effectRef idx="2">
            <a:schemeClr val="accent1"/>
          </a:effectRef>
          <a:fontRef idx="minor">
            <a:schemeClr val="tx1"/>
          </a:fontRef>
        </p:style>
      </p:cxnSp>
      <p:pic>
        <p:nvPicPr>
          <p:cNvPr id="1026" name="Picture 2">
            <a:extLst>
              <a:ext uri="{FF2B5EF4-FFF2-40B4-BE49-F238E27FC236}">
                <a16:creationId xmlns:a16="http://schemas.microsoft.com/office/drawing/2014/main" id="{745F0E6B-9F1D-1887-434B-AE610B6F5E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1175" y="1492546"/>
            <a:ext cx="7287411" cy="49271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BEF1954-CCA2-20CE-5660-85DF6C3D7E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68586" y="1492547"/>
            <a:ext cx="1981372" cy="1813717"/>
          </a:xfrm>
          <a:prstGeom prst="rect">
            <a:avLst/>
          </a:prstGeom>
          <a:ln>
            <a:solidFill>
              <a:schemeClr val="tx1"/>
            </a:solidFill>
          </a:ln>
        </p:spPr>
      </p:pic>
    </p:spTree>
    <p:extLst>
      <p:ext uri="{BB962C8B-B14F-4D97-AF65-F5344CB8AC3E}">
        <p14:creationId xmlns:p14="http://schemas.microsoft.com/office/powerpoint/2010/main" val="1602148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55ADBD-6DF1-68B7-9B50-36E3D96D05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86153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1866</TotalTime>
  <Words>1687</Words>
  <Application>Microsoft Office PowerPoint</Application>
  <PresentationFormat>Widescreen</PresentationFormat>
  <Paragraphs>251</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Calisto MT</vt:lpstr>
      <vt:lpstr>Google Sans</vt:lpstr>
      <vt:lpstr>Times New Roman</vt:lpstr>
      <vt:lpstr>Wingdings</vt:lpstr>
      <vt:lpstr>Office Theme</vt:lpstr>
      <vt:lpstr>PowerPoint Presentation</vt:lpstr>
      <vt:lpstr>PowerPoint Presentation</vt:lpstr>
      <vt:lpstr>INTRODUCTION</vt:lpstr>
      <vt:lpstr>INTRODUCTION</vt:lpstr>
      <vt:lpstr>LITERATURE SURVEY</vt:lpstr>
      <vt:lpstr>LITERATURE SURVEY</vt:lpstr>
      <vt:lpstr>PROBLEM STATEMENT</vt:lpstr>
      <vt:lpstr>OBJECTIVES</vt:lpstr>
      <vt:lpstr>ARCHITECTURE</vt:lpstr>
      <vt:lpstr>DATA FLOW DIAGRAM (DFD LEVEL-0)</vt:lpstr>
      <vt:lpstr>DATA FLOW DIAGRAM (DFD LEVEL-1)</vt:lpstr>
      <vt:lpstr>UML DIAGRAM</vt:lpstr>
      <vt:lpstr>LIBRARIES USED  </vt:lpstr>
      <vt:lpstr>IMPLEMENTATION  </vt:lpstr>
      <vt:lpstr>IMPLEMENTATION   </vt:lpstr>
      <vt:lpstr>IMPLEMENTATION   </vt:lpstr>
      <vt:lpstr>IMPLEMENTATION   </vt:lpstr>
      <vt:lpstr>OUTPUT   </vt:lpstr>
      <vt:lpstr>OUTPUT   </vt:lpstr>
      <vt:lpstr>OUTPUT   </vt:lpstr>
      <vt:lpstr>CONCLUSION</vt:lpstr>
      <vt:lpstr>FUTURE SCOPE   </vt:lpstr>
      <vt:lpstr>PROJECT TIME LINE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Bhoomika Raparthi</dc:creator>
  <cp:lastModifiedBy>Bhoomika Raparthi</cp:lastModifiedBy>
  <cp:revision>12</cp:revision>
  <dcterms:created xsi:type="dcterms:W3CDTF">2024-11-20T17:55:13Z</dcterms:created>
  <dcterms:modified xsi:type="dcterms:W3CDTF">2025-04-22T20:38:50Z</dcterms:modified>
</cp:coreProperties>
</file>